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8" r:id="rId1"/>
  </p:sldMasterIdLst>
  <p:notesMasterIdLst>
    <p:notesMasterId r:id="rId7"/>
  </p:notesMasterIdLst>
  <p:sldIdLst>
    <p:sldId id="256" r:id="rId2"/>
    <p:sldId id="258" r:id="rId3"/>
    <p:sldId id="259" r:id="rId4"/>
    <p:sldId id="260" r:id="rId5"/>
    <p:sldId id="257" r:id="rId6"/>
  </p:sldIdLst>
  <p:sldSz cx="23760113" cy="76327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FAD47"/>
    <a:srgbClr val="C10001"/>
    <a:srgbClr val="C00000"/>
    <a:srgbClr val="7030A0"/>
    <a:srgbClr val="9612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67"/>
    <p:restoredTop sz="94610"/>
  </p:normalViewPr>
  <p:slideViewPr>
    <p:cSldViewPr snapToGrid="0" snapToObjects="1">
      <p:cViewPr>
        <p:scale>
          <a:sx n="96" d="100"/>
          <a:sy n="96" d="100"/>
        </p:scale>
        <p:origin x="-6296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B801B-E455-D648-9745-DB26BD7FA937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-1373188" y="1143000"/>
            <a:ext cx="9604376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96E5F-B750-E54C-8DCE-3FE07C20FDAF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467450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373188" y="1143000"/>
            <a:ext cx="960437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96E5F-B750-E54C-8DCE-3FE07C20FDAF}" type="slidenum">
              <a:rPr kumimoji="1" lang="zh-CN" altLang="en-US" smtClean="0"/>
              <a:t>2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077752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-1373188" y="1143000"/>
            <a:ext cx="9604376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96E5F-B750-E54C-8DCE-3FE07C20FDAF}" type="slidenum">
              <a:rPr kumimoji="1" lang="zh-CN" altLang="en-US" smtClean="0"/>
              <a:t>3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99779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A7099-67AD-657A-434D-48E3A17FC0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FC9421D9-73E6-013D-0211-218E8AB4413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-1373188" y="1143000"/>
            <a:ext cx="9604376" cy="3086100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5F5A86F-8694-6212-12B0-7F44AB021DB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7A3685-92F4-4C29-09E6-65B96AC6E0E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996E5F-B750-E54C-8DCE-3FE07C20FDAF}" type="slidenum">
              <a:rPr kumimoji="1" lang="zh-CN" altLang="en-US" smtClean="0"/>
              <a:t>4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379548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70014" y="1249149"/>
            <a:ext cx="17820085" cy="2657310"/>
          </a:xfrm>
        </p:spPr>
        <p:txBody>
          <a:bodyPr anchor="b"/>
          <a:lstStyle>
            <a:lvl1pPr algn="ctr">
              <a:defRPr sz="66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0014" y="4008935"/>
            <a:ext cx="17820085" cy="1842802"/>
          </a:xfrm>
        </p:spPr>
        <p:txBody>
          <a:bodyPr/>
          <a:lstStyle>
            <a:lvl1pPr marL="0" indent="0" algn="ctr">
              <a:buNone/>
              <a:defRPr sz="2671"/>
            </a:lvl1pPr>
            <a:lvl2pPr marL="508864" indent="0" algn="ctr">
              <a:buNone/>
              <a:defRPr sz="2226"/>
            </a:lvl2pPr>
            <a:lvl3pPr marL="1017727" indent="0" algn="ctr">
              <a:buNone/>
              <a:defRPr sz="2003"/>
            </a:lvl3pPr>
            <a:lvl4pPr marL="1526591" indent="0" algn="ctr">
              <a:buNone/>
              <a:defRPr sz="1781"/>
            </a:lvl4pPr>
            <a:lvl5pPr marL="2035454" indent="0" algn="ctr">
              <a:buNone/>
              <a:defRPr sz="1781"/>
            </a:lvl5pPr>
            <a:lvl6pPr marL="2544318" indent="0" algn="ctr">
              <a:buNone/>
              <a:defRPr sz="1781"/>
            </a:lvl6pPr>
            <a:lvl7pPr marL="3053182" indent="0" algn="ctr">
              <a:buNone/>
              <a:defRPr sz="1781"/>
            </a:lvl7pPr>
            <a:lvl8pPr marL="3562045" indent="0" algn="ctr">
              <a:buNone/>
              <a:defRPr sz="1781"/>
            </a:lvl8pPr>
            <a:lvl9pPr marL="4070909" indent="0" algn="ctr">
              <a:buNone/>
              <a:defRPr sz="1781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256066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07168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133" y="1902875"/>
            <a:ext cx="20493097" cy="3174991"/>
          </a:xfrm>
        </p:spPr>
        <p:txBody>
          <a:bodyPr anchor="b"/>
          <a:lstStyle>
            <a:lvl1pPr>
              <a:defRPr sz="6678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1133" y="5107903"/>
            <a:ext cx="20493097" cy="1669653"/>
          </a:xfrm>
        </p:spPr>
        <p:txBody>
          <a:bodyPr/>
          <a:lstStyle>
            <a:lvl1pPr marL="0" indent="0">
              <a:buNone/>
              <a:defRPr sz="2671">
                <a:solidFill>
                  <a:schemeClr val="tx1">
                    <a:tint val="75000"/>
                  </a:schemeClr>
                </a:solidFill>
              </a:defRPr>
            </a:lvl1pPr>
            <a:lvl2pPr marL="508864" indent="0">
              <a:buNone/>
              <a:defRPr sz="2226">
                <a:solidFill>
                  <a:schemeClr val="tx1">
                    <a:tint val="75000"/>
                  </a:schemeClr>
                </a:solidFill>
              </a:defRPr>
            </a:lvl2pPr>
            <a:lvl3pPr marL="1017727" indent="0">
              <a:buNone/>
              <a:defRPr sz="2003">
                <a:solidFill>
                  <a:schemeClr val="tx1">
                    <a:tint val="75000"/>
                  </a:schemeClr>
                </a:solidFill>
              </a:defRPr>
            </a:lvl3pPr>
            <a:lvl4pPr marL="1526591" indent="0">
              <a:buNone/>
              <a:defRPr sz="1781">
                <a:solidFill>
                  <a:schemeClr val="tx1">
                    <a:tint val="75000"/>
                  </a:schemeClr>
                </a:solidFill>
              </a:defRPr>
            </a:lvl4pPr>
            <a:lvl5pPr marL="2035454" indent="0">
              <a:buNone/>
              <a:defRPr sz="1781">
                <a:solidFill>
                  <a:schemeClr val="tx1">
                    <a:tint val="75000"/>
                  </a:schemeClr>
                </a:solidFill>
              </a:defRPr>
            </a:lvl5pPr>
            <a:lvl6pPr marL="2544318" indent="0">
              <a:buNone/>
              <a:defRPr sz="1781">
                <a:solidFill>
                  <a:schemeClr val="tx1">
                    <a:tint val="75000"/>
                  </a:schemeClr>
                </a:solidFill>
              </a:defRPr>
            </a:lvl6pPr>
            <a:lvl7pPr marL="3053182" indent="0">
              <a:buNone/>
              <a:defRPr sz="1781">
                <a:solidFill>
                  <a:schemeClr val="tx1">
                    <a:tint val="75000"/>
                  </a:schemeClr>
                </a:solidFill>
              </a:defRPr>
            </a:lvl7pPr>
            <a:lvl8pPr marL="3562045" indent="0">
              <a:buNone/>
              <a:defRPr sz="1781">
                <a:solidFill>
                  <a:schemeClr val="tx1">
                    <a:tint val="75000"/>
                  </a:schemeClr>
                </a:solidFill>
              </a:defRPr>
            </a:lvl8pPr>
            <a:lvl9pPr marL="4070909" indent="0">
              <a:buNone/>
              <a:defRPr sz="1781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71623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3508" y="2031853"/>
            <a:ext cx="10098048" cy="48428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28557" y="2031853"/>
            <a:ext cx="10098048" cy="484287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25917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3" y="406371"/>
            <a:ext cx="20493097" cy="147530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603" y="1871072"/>
            <a:ext cx="10051641" cy="916984"/>
          </a:xfrm>
        </p:spPr>
        <p:txBody>
          <a:bodyPr anchor="b"/>
          <a:lstStyle>
            <a:lvl1pPr marL="0" indent="0">
              <a:buNone/>
              <a:defRPr sz="2671" b="1"/>
            </a:lvl1pPr>
            <a:lvl2pPr marL="508864" indent="0">
              <a:buNone/>
              <a:defRPr sz="2226" b="1"/>
            </a:lvl2pPr>
            <a:lvl3pPr marL="1017727" indent="0">
              <a:buNone/>
              <a:defRPr sz="2003" b="1"/>
            </a:lvl3pPr>
            <a:lvl4pPr marL="1526591" indent="0">
              <a:buNone/>
              <a:defRPr sz="1781" b="1"/>
            </a:lvl4pPr>
            <a:lvl5pPr marL="2035454" indent="0">
              <a:buNone/>
              <a:defRPr sz="1781" b="1"/>
            </a:lvl5pPr>
            <a:lvl6pPr marL="2544318" indent="0">
              <a:buNone/>
              <a:defRPr sz="1781" b="1"/>
            </a:lvl6pPr>
            <a:lvl7pPr marL="3053182" indent="0">
              <a:buNone/>
              <a:defRPr sz="1781" b="1"/>
            </a:lvl7pPr>
            <a:lvl8pPr marL="3562045" indent="0">
              <a:buNone/>
              <a:defRPr sz="1781" b="1"/>
            </a:lvl8pPr>
            <a:lvl9pPr marL="4070909" indent="0">
              <a:buNone/>
              <a:defRPr sz="17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6603" y="2788056"/>
            <a:ext cx="10051641" cy="41008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28557" y="1871072"/>
            <a:ext cx="10101143" cy="916984"/>
          </a:xfrm>
        </p:spPr>
        <p:txBody>
          <a:bodyPr anchor="b"/>
          <a:lstStyle>
            <a:lvl1pPr marL="0" indent="0">
              <a:buNone/>
              <a:defRPr sz="2671" b="1"/>
            </a:lvl1pPr>
            <a:lvl2pPr marL="508864" indent="0">
              <a:buNone/>
              <a:defRPr sz="2226" b="1"/>
            </a:lvl2pPr>
            <a:lvl3pPr marL="1017727" indent="0">
              <a:buNone/>
              <a:defRPr sz="2003" b="1"/>
            </a:lvl3pPr>
            <a:lvl4pPr marL="1526591" indent="0">
              <a:buNone/>
              <a:defRPr sz="1781" b="1"/>
            </a:lvl4pPr>
            <a:lvl5pPr marL="2035454" indent="0">
              <a:buNone/>
              <a:defRPr sz="1781" b="1"/>
            </a:lvl5pPr>
            <a:lvl6pPr marL="2544318" indent="0">
              <a:buNone/>
              <a:defRPr sz="1781" b="1"/>
            </a:lvl6pPr>
            <a:lvl7pPr marL="3053182" indent="0">
              <a:buNone/>
              <a:defRPr sz="1781" b="1"/>
            </a:lvl7pPr>
            <a:lvl8pPr marL="3562045" indent="0">
              <a:buNone/>
              <a:defRPr sz="1781" b="1"/>
            </a:lvl8pPr>
            <a:lvl9pPr marL="4070909" indent="0">
              <a:buNone/>
              <a:defRPr sz="1781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28557" y="2788056"/>
            <a:ext cx="10101143" cy="4100810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690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686903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55273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4" y="508847"/>
            <a:ext cx="7663254" cy="1780963"/>
          </a:xfrm>
        </p:spPr>
        <p:txBody>
          <a:bodyPr anchor="b"/>
          <a:lstStyle>
            <a:lvl1pPr>
              <a:defRPr sz="356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1143" y="1098968"/>
            <a:ext cx="12028557" cy="5424164"/>
          </a:xfrm>
        </p:spPr>
        <p:txBody>
          <a:bodyPr/>
          <a:lstStyle>
            <a:lvl1pPr>
              <a:defRPr sz="3562"/>
            </a:lvl1pPr>
            <a:lvl2pPr>
              <a:defRPr sz="3116"/>
            </a:lvl2pPr>
            <a:lvl3pPr>
              <a:defRPr sz="2671"/>
            </a:lvl3pPr>
            <a:lvl4pPr>
              <a:defRPr sz="2226"/>
            </a:lvl4pPr>
            <a:lvl5pPr>
              <a:defRPr sz="2226"/>
            </a:lvl5pPr>
            <a:lvl6pPr>
              <a:defRPr sz="2226"/>
            </a:lvl6pPr>
            <a:lvl7pPr>
              <a:defRPr sz="2226"/>
            </a:lvl7pPr>
            <a:lvl8pPr>
              <a:defRPr sz="2226"/>
            </a:lvl8pPr>
            <a:lvl9pPr>
              <a:defRPr sz="2226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604" y="2289810"/>
            <a:ext cx="7663254" cy="4242156"/>
          </a:xfrm>
        </p:spPr>
        <p:txBody>
          <a:bodyPr/>
          <a:lstStyle>
            <a:lvl1pPr marL="0" indent="0">
              <a:buNone/>
              <a:defRPr sz="1781"/>
            </a:lvl1pPr>
            <a:lvl2pPr marL="508864" indent="0">
              <a:buNone/>
              <a:defRPr sz="1558"/>
            </a:lvl2pPr>
            <a:lvl3pPr marL="1017727" indent="0">
              <a:buNone/>
              <a:defRPr sz="1336"/>
            </a:lvl3pPr>
            <a:lvl4pPr marL="1526591" indent="0">
              <a:buNone/>
              <a:defRPr sz="1113"/>
            </a:lvl4pPr>
            <a:lvl5pPr marL="2035454" indent="0">
              <a:buNone/>
              <a:defRPr sz="1113"/>
            </a:lvl5pPr>
            <a:lvl6pPr marL="2544318" indent="0">
              <a:buNone/>
              <a:defRPr sz="1113"/>
            </a:lvl6pPr>
            <a:lvl7pPr marL="3053182" indent="0">
              <a:buNone/>
              <a:defRPr sz="1113"/>
            </a:lvl7pPr>
            <a:lvl8pPr marL="3562045" indent="0">
              <a:buNone/>
              <a:defRPr sz="1113"/>
            </a:lvl8pPr>
            <a:lvl9pPr marL="4070909" indent="0">
              <a:buNone/>
              <a:defRPr sz="111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297894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4" y="508847"/>
            <a:ext cx="7663254" cy="1780963"/>
          </a:xfrm>
        </p:spPr>
        <p:txBody>
          <a:bodyPr anchor="b"/>
          <a:lstStyle>
            <a:lvl1pPr>
              <a:defRPr sz="3562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01143" y="1098968"/>
            <a:ext cx="12028557" cy="5424164"/>
          </a:xfrm>
        </p:spPr>
        <p:txBody>
          <a:bodyPr anchor="t"/>
          <a:lstStyle>
            <a:lvl1pPr marL="0" indent="0">
              <a:buNone/>
              <a:defRPr sz="3562"/>
            </a:lvl1pPr>
            <a:lvl2pPr marL="508864" indent="0">
              <a:buNone/>
              <a:defRPr sz="3116"/>
            </a:lvl2pPr>
            <a:lvl3pPr marL="1017727" indent="0">
              <a:buNone/>
              <a:defRPr sz="2671"/>
            </a:lvl3pPr>
            <a:lvl4pPr marL="1526591" indent="0">
              <a:buNone/>
              <a:defRPr sz="2226"/>
            </a:lvl4pPr>
            <a:lvl5pPr marL="2035454" indent="0">
              <a:buNone/>
              <a:defRPr sz="2226"/>
            </a:lvl5pPr>
            <a:lvl6pPr marL="2544318" indent="0">
              <a:buNone/>
              <a:defRPr sz="2226"/>
            </a:lvl6pPr>
            <a:lvl7pPr marL="3053182" indent="0">
              <a:buNone/>
              <a:defRPr sz="2226"/>
            </a:lvl7pPr>
            <a:lvl8pPr marL="3562045" indent="0">
              <a:buNone/>
              <a:defRPr sz="2226"/>
            </a:lvl8pPr>
            <a:lvl9pPr marL="4070909" indent="0">
              <a:buNone/>
              <a:defRPr sz="2226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604" y="2289810"/>
            <a:ext cx="7663254" cy="4242156"/>
          </a:xfrm>
        </p:spPr>
        <p:txBody>
          <a:bodyPr/>
          <a:lstStyle>
            <a:lvl1pPr marL="0" indent="0">
              <a:buNone/>
              <a:defRPr sz="1781"/>
            </a:lvl1pPr>
            <a:lvl2pPr marL="508864" indent="0">
              <a:buNone/>
              <a:defRPr sz="1558"/>
            </a:lvl2pPr>
            <a:lvl3pPr marL="1017727" indent="0">
              <a:buNone/>
              <a:defRPr sz="1336"/>
            </a:lvl3pPr>
            <a:lvl4pPr marL="1526591" indent="0">
              <a:buNone/>
              <a:defRPr sz="1113"/>
            </a:lvl4pPr>
            <a:lvl5pPr marL="2035454" indent="0">
              <a:buNone/>
              <a:defRPr sz="1113"/>
            </a:lvl5pPr>
            <a:lvl6pPr marL="2544318" indent="0">
              <a:buNone/>
              <a:defRPr sz="1113"/>
            </a:lvl6pPr>
            <a:lvl7pPr marL="3053182" indent="0">
              <a:buNone/>
              <a:defRPr sz="1113"/>
            </a:lvl7pPr>
            <a:lvl8pPr marL="3562045" indent="0">
              <a:buNone/>
              <a:defRPr sz="1113"/>
            </a:lvl8pPr>
            <a:lvl9pPr marL="4070909" indent="0">
              <a:buNone/>
              <a:defRPr sz="1113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9901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66584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03331" y="406371"/>
            <a:ext cx="5123274" cy="646836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3508" y="406371"/>
            <a:ext cx="15072822" cy="646836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4076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3508" y="406371"/>
            <a:ext cx="20493097" cy="147530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3508" y="2031853"/>
            <a:ext cx="20493097" cy="48428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33508" y="7074382"/>
            <a:ext cx="5346025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6D3E81-5493-A24D-A2FD-294962077482}" type="datetimeFigureOut">
              <a:rPr kumimoji="1" lang="zh-CN" altLang="en-US" smtClean="0"/>
              <a:t>2025/3/21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0538" y="7074382"/>
            <a:ext cx="8019038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780580" y="7074382"/>
            <a:ext cx="5346025" cy="4063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336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3D89EA-EF10-734C-82D3-4A746CFA67A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567618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9" r:id="rId1"/>
    <p:sldLayoutId id="2147483890" r:id="rId2"/>
    <p:sldLayoutId id="2147483891" r:id="rId3"/>
    <p:sldLayoutId id="2147483892" r:id="rId4"/>
    <p:sldLayoutId id="2147483893" r:id="rId5"/>
    <p:sldLayoutId id="2147483894" r:id="rId6"/>
    <p:sldLayoutId id="2147483895" r:id="rId7"/>
    <p:sldLayoutId id="2147483896" r:id="rId8"/>
    <p:sldLayoutId id="2147483897" r:id="rId9"/>
    <p:sldLayoutId id="2147483898" r:id="rId10"/>
    <p:sldLayoutId id="2147483899" r:id="rId11"/>
  </p:sldLayoutIdLst>
  <p:txStyles>
    <p:titleStyle>
      <a:lvl1pPr algn="l" defTabSz="1017727" rtl="0" eaLnBrk="1" latinLnBrk="0" hangingPunct="1">
        <a:lnSpc>
          <a:spcPct val="90000"/>
        </a:lnSpc>
        <a:spcBef>
          <a:spcPct val="0"/>
        </a:spcBef>
        <a:buNone/>
        <a:defRPr sz="489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4432" indent="-254432" algn="l" defTabSz="1017727" rtl="0" eaLnBrk="1" latinLnBrk="0" hangingPunct="1">
        <a:lnSpc>
          <a:spcPct val="90000"/>
        </a:lnSpc>
        <a:spcBef>
          <a:spcPts val="1113"/>
        </a:spcBef>
        <a:buFont typeface="Arial" panose="020B0604020202020204" pitchFamily="34" charset="0"/>
        <a:buChar char="•"/>
        <a:defRPr sz="3116" kern="1200">
          <a:solidFill>
            <a:schemeClr val="tx1"/>
          </a:solidFill>
          <a:latin typeface="+mn-lt"/>
          <a:ea typeface="+mn-ea"/>
          <a:cs typeface="+mn-cs"/>
        </a:defRPr>
      </a:lvl1pPr>
      <a:lvl2pPr marL="763295" indent="-254432" algn="l" defTabSz="1017727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2671" kern="1200">
          <a:solidFill>
            <a:schemeClr val="tx1"/>
          </a:solidFill>
          <a:latin typeface="+mn-lt"/>
          <a:ea typeface="+mn-ea"/>
          <a:cs typeface="+mn-cs"/>
        </a:defRPr>
      </a:lvl2pPr>
      <a:lvl3pPr marL="1272159" indent="-254432" algn="l" defTabSz="1017727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2226" kern="1200">
          <a:solidFill>
            <a:schemeClr val="tx1"/>
          </a:solidFill>
          <a:latin typeface="+mn-lt"/>
          <a:ea typeface="+mn-ea"/>
          <a:cs typeface="+mn-cs"/>
        </a:defRPr>
      </a:lvl3pPr>
      <a:lvl4pPr marL="1781023" indent="-254432" algn="l" defTabSz="1017727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2003" kern="1200">
          <a:solidFill>
            <a:schemeClr val="tx1"/>
          </a:solidFill>
          <a:latin typeface="+mn-lt"/>
          <a:ea typeface="+mn-ea"/>
          <a:cs typeface="+mn-cs"/>
        </a:defRPr>
      </a:lvl4pPr>
      <a:lvl5pPr marL="2289886" indent="-254432" algn="l" defTabSz="1017727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2003" kern="1200">
          <a:solidFill>
            <a:schemeClr val="tx1"/>
          </a:solidFill>
          <a:latin typeface="+mn-lt"/>
          <a:ea typeface="+mn-ea"/>
          <a:cs typeface="+mn-cs"/>
        </a:defRPr>
      </a:lvl5pPr>
      <a:lvl6pPr marL="2798750" indent="-254432" algn="l" defTabSz="1017727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2003" kern="1200">
          <a:solidFill>
            <a:schemeClr val="tx1"/>
          </a:solidFill>
          <a:latin typeface="+mn-lt"/>
          <a:ea typeface="+mn-ea"/>
          <a:cs typeface="+mn-cs"/>
        </a:defRPr>
      </a:lvl6pPr>
      <a:lvl7pPr marL="3307613" indent="-254432" algn="l" defTabSz="1017727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2003" kern="1200">
          <a:solidFill>
            <a:schemeClr val="tx1"/>
          </a:solidFill>
          <a:latin typeface="+mn-lt"/>
          <a:ea typeface="+mn-ea"/>
          <a:cs typeface="+mn-cs"/>
        </a:defRPr>
      </a:lvl7pPr>
      <a:lvl8pPr marL="3816477" indent="-254432" algn="l" defTabSz="1017727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2003" kern="1200">
          <a:solidFill>
            <a:schemeClr val="tx1"/>
          </a:solidFill>
          <a:latin typeface="+mn-lt"/>
          <a:ea typeface="+mn-ea"/>
          <a:cs typeface="+mn-cs"/>
        </a:defRPr>
      </a:lvl8pPr>
      <a:lvl9pPr marL="4325341" indent="-254432" algn="l" defTabSz="1017727" rtl="0" eaLnBrk="1" latinLnBrk="0" hangingPunct="1">
        <a:lnSpc>
          <a:spcPct val="90000"/>
        </a:lnSpc>
        <a:spcBef>
          <a:spcPts val="557"/>
        </a:spcBef>
        <a:buFont typeface="Arial" panose="020B0604020202020204" pitchFamily="34" charset="0"/>
        <a:buChar char="•"/>
        <a:defRPr sz="200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17727" rtl="0" eaLnBrk="1" latinLnBrk="0" hangingPunct="1">
        <a:defRPr sz="2003" kern="1200">
          <a:solidFill>
            <a:schemeClr val="tx1"/>
          </a:solidFill>
          <a:latin typeface="+mn-lt"/>
          <a:ea typeface="+mn-ea"/>
          <a:cs typeface="+mn-cs"/>
        </a:defRPr>
      </a:lvl1pPr>
      <a:lvl2pPr marL="508864" algn="l" defTabSz="1017727" rtl="0" eaLnBrk="1" latinLnBrk="0" hangingPunct="1">
        <a:defRPr sz="2003" kern="1200">
          <a:solidFill>
            <a:schemeClr val="tx1"/>
          </a:solidFill>
          <a:latin typeface="+mn-lt"/>
          <a:ea typeface="+mn-ea"/>
          <a:cs typeface="+mn-cs"/>
        </a:defRPr>
      </a:lvl2pPr>
      <a:lvl3pPr marL="1017727" algn="l" defTabSz="1017727" rtl="0" eaLnBrk="1" latinLnBrk="0" hangingPunct="1">
        <a:defRPr sz="2003" kern="1200">
          <a:solidFill>
            <a:schemeClr val="tx1"/>
          </a:solidFill>
          <a:latin typeface="+mn-lt"/>
          <a:ea typeface="+mn-ea"/>
          <a:cs typeface="+mn-cs"/>
        </a:defRPr>
      </a:lvl3pPr>
      <a:lvl4pPr marL="1526591" algn="l" defTabSz="1017727" rtl="0" eaLnBrk="1" latinLnBrk="0" hangingPunct="1">
        <a:defRPr sz="2003" kern="1200">
          <a:solidFill>
            <a:schemeClr val="tx1"/>
          </a:solidFill>
          <a:latin typeface="+mn-lt"/>
          <a:ea typeface="+mn-ea"/>
          <a:cs typeface="+mn-cs"/>
        </a:defRPr>
      </a:lvl4pPr>
      <a:lvl5pPr marL="2035454" algn="l" defTabSz="1017727" rtl="0" eaLnBrk="1" latinLnBrk="0" hangingPunct="1">
        <a:defRPr sz="2003" kern="1200">
          <a:solidFill>
            <a:schemeClr val="tx1"/>
          </a:solidFill>
          <a:latin typeface="+mn-lt"/>
          <a:ea typeface="+mn-ea"/>
          <a:cs typeface="+mn-cs"/>
        </a:defRPr>
      </a:lvl5pPr>
      <a:lvl6pPr marL="2544318" algn="l" defTabSz="1017727" rtl="0" eaLnBrk="1" latinLnBrk="0" hangingPunct="1">
        <a:defRPr sz="2003" kern="1200">
          <a:solidFill>
            <a:schemeClr val="tx1"/>
          </a:solidFill>
          <a:latin typeface="+mn-lt"/>
          <a:ea typeface="+mn-ea"/>
          <a:cs typeface="+mn-cs"/>
        </a:defRPr>
      </a:lvl6pPr>
      <a:lvl7pPr marL="3053182" algn="l" defTabSz="1017727" rtl="0" eaLnBrk="1" latinLnBrk="0" hangingPunct="1">
        <a:defRPr sz="2003" kern="1200">
          <a:solidFill>
            <a:schemeClr val="tx1"/>
          </a:solidFill>
          <a:latin typeface="+mn-lt"/>
          <a:ea typeface="+mn-ea"/>
          <a:cs typeface="+mn-cs"/>
        </a:defRPr>
      </a:lvl7pPr>
      <a:lvl8pPr marL="3562045" algn="l" defTabSz="1017727" rtl="0" eaLnBrk="1" latinLnBrk="0" hangingPunct="1">
        <a:defRPr sz="2003" kern="1200">
          <a:solidFill>
            <a:schemeClr val="tx1"/>
          </a:solidFill>
          <a:latin typeface="+mn-lt"/>
          <a:ea typeface="+mn-ea"/>
          <a:cs typeface="+mn-cs"/>
        </a:defRPr>
      </a:lvl8pPr>
      <a:lvl9pPr marL="4070909" algn="l" defTabSz="1017727" rtl="0" eaLnBrk="1" latinLnBrk="0" hangingPunct="1">
        <a:defRPr sz="200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5.png"/><Relationship Id="rId21" Type="http://schemas.openxmlformats.org/officeDocument/2006/relationships/image" Target="../media/image20.svg"/><Relationship Id="rId42" Type="http://schemas.openxmlformats.org/officeDocument/2006/relationships/image" Target="../media/image41.png"/><Relationship Id="rId47" Type="http://schemas.openxmlformats.org/officeDocument/2006/relationships/image" Target="../media/image46.svg"/><Relationship Id="rId63" Type="http://schemas.openxmlformats.org/officeDocument/2006/relationships/image" Target="../media/image62.svg"/><Relationship Id="rId68" Type="http://schemas.openxmlformats.org/officeDocument/2006/relationships/image" Target="../media/image67.png"/><Relationship Id="rId84" Type="http://schemas.openxmlformats.org/officeDocument/2006/relationships/image" Target="../media/image83.png"/><Relationship Id="rId16" Type="http://schemas.openxmlformats.org/officeDocument/2006/relationships/image" Target="../media/image15.png"/><Relationship Id="rId11" Type="http://schemas.openxmlformats.org/officeDocument/2006/relationships/image" Target="../media/image10.png"/><Relationship Id="rId32" Type="http://schemas.openxmlformats.org/officeDocument/2006/relationships/image" Target="../media/image31.emf"/><Relationship Id="rId37" Type="http://schemas.openxmlformats.org/officeDocument/2006/relationships/image" Target="../media/image36.svg"/><Relationship Id="rId53" Type="http://schemas.openxmlformats.org/officeDocument/2006/relationships/image" Target="../media/image52.svg"/><Relationship Id="rId58" Type="http://schemas.openxmlformats.org/officeDocument/2006/relationships/image" Target="../media/image57.png"/><Relationship Id="rId74" Type="http://schemas.openxmlformats.org/officeDocument/2006/relationships/image" Target="../media/image73.png"/><Relationship Id="rId79" Type="http://schemas.openxmlformats.org/officeDocument/2006/relationships/image" Target="../media/image78.svg"/><Relationship Id="rId5" Type="http://schemas.openxmlformats.org/officeDocument/2006/relationships/image" Target="../media/image4.png"/><Relationship Id="rId19" Type="http://schemas.openxmlformats.org/officeDocument/2006/relationships/image" Target="../media/image18.svg"/><Relationship Id="rId14" Type="http://schemas.openxmlformats.org/officeDocument/2006/relationships/image" Target="../media/image13.svg"/><Relationship Id="rId22" Type="http://schemas.openxmlformats.org/officeDocument/2006/relationships/image" Target="../media/image21.png"/><Relationship Id="rId27" Type="http://schemas.openxmlformats.org/officeDocument/2006/relationships/image" Target="../media/image26.svg"/><Relationship Id="rId30" Type="http://schemas.openxmlformats.org/officeDocument/2006/relationships/image" Target="../media/image29.emf"/><Relationship Id="rId35" Type="http://schemas.openxmlformats.org/officeDocument/2006/relationships/image" Target="../media/image34.emf"/><Relationship Id="rId43" Type="http://schemas.openxmlformats.org/officeDocument/2006/relationships/image" Target="../media/image42.svg"/><Relationship Id="rId48" Type="http://schemas.openxmlformats.org/officeDocument/2006/relationships/image" Target="../media/image47.png"/><Relationship Id="rId56" Type="http://schemas.openxmlformats.org/officeDocument/2006/relationships/image" Target="../media/image55.png"/><Relationship Id="rId64" Type="http://schemas.openxmlformats.org/officeDocument/2006/relationships/image" Target="../media/image63.png"/><Relationship Id="rId69" Type="http://schemas.openxmlformats.org/officeDocument/2006/relationships/image" Target="../media/image68.svg"/><Relationship Id="rId77" Type="http://schemas.openxmlformats.org/officeDocument/2006/relationships/image" Target="../media/image76.svg"/><Relationship Id="rId8" Type="http://schemas.openxmlformats.org/officeDocument/2006/relationships/image" Target="../media/image7.svg"/><Relationship Id="rId51" Type="http://schemas.openxmlformats.org/officeDocument/2006/relationships/image" Target="../media/image50.svg"/><Relationship Id="rId72" Type="http://schemas.openxmlformats.org/officeDocument/2006/relationships/image" Target="../media/image71.png"/><Relationship Id="rId80" Type="http://schemas.openxmlformats.org/officeDocument/2006/relationships/image" Target="../media/image79.png"/><Relationship Id="rId85" Type="http://schemas.openxmlformats.org/officeDocument/2006/relationships/image" Target="../media/image84.svg"/><Relationship Id="rId3" Type="http://schemas.openxmlformats.org/officeDocument/2006/relationships/image" Target="../media/image2.png"/><Relationship Id="rId12" Type="http://schemas.openxmlformats.org/officeDocument/2006/relationships/image" Target="../media/image11.svg"/><Relationship Id="rId17" Type="http://schemas.openxmlformats.org/officeDocument/2006/relationships/image" Target="../media/image16.svg"/><Relationship Id="rId25" Type="http://schemas.openxmlformats.org/officeDocument/2006/relationships/image" Target="../media/image24.svg"/><Relationship Id="rId33" Type="http://schemas.openxmlformats.org/officeDocument/2006/relationships/image" Target="../media/image32.emf"/><Relationship Id="rId38" Type="http://schemas.openxmlformats.org/officeDocument/2006/relationships/image" Target="../media/image37.png"/><Relationship Id="rId46" Type="http://schemas.openxmlformats.org/officeDocument/2006/relationships/image" Target="../media/image45.png"/><Relationship Id="rId59" Type="http://schemas.openxmlformats.org/officeDocument/2006/relationships/image" Target="../media/image58.svg"/><Relationship Id="rId67" Type="http://schemas.openxmlformats.org/officeDocument/2006/relationships/image" Target="../media/image66.svg"/><Relationship Id="rId20" Type="http://schemas.openxmlformats.org/officeDocument/2006/relationships/image" Target="../media/image19.png"/><Relationship Id="rId41" Type="http://schemas.openxmlformats.org/officeDocument/2006/relationships/image" Target="../media/image40.svg"/><Relationship Id="rId54" Type="http://schemas.openxmlformats.org/officeDocument/2006/relationships/image" Target="../media/image53.png"/><Relationship Id="rId62" Type="http://schemas.openxmlformats.org/officeDocument/2006/relationships/image" Target="../media/image61.png"/><Relationship Id="rId70" Type="http://schemas.openxmlformats.org/officeDocument/2006/relationships/image" Target="../media/image69.png"/><Relationship Id="rId75" Type="http://schemas.openxmlformats.org/officeDocument/2006/relationships/image" Target="../media/image74.svg"/><Relationship Id="rId83" Type="http://schemas.openxmlformats.org/officeDocument/2006/relationships/image" Target="../media/image82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5" Type="http://schemas.openxmlformats.org/officeDocument/2006/relationships/image" Target="../media/image14.emf"/><Relationship Id="rId23" Type="http://schemas.openxmlformats.org/officeDocument/2006/relationships/image" Target="../media/image22.svg"/><Relationship Id="rId28" Type="http://schemas.openxmlformats.org/officeDocument/2006/relationships/image" Target="../media/image27.emf"/><Relationship Id="rId36" Type="http://schemas.openxmlformats.org/officeDocument/2006/relationships/image" Target="../media/image35.png"/><Relationship Id="rId49" Type="http://schemas.openxmlformats.org/officeDocument/2006/relationships/image" Target="../media/image48.svg"/><Relationship Id="rId57" Type="http://schemas.openxmlformats.org/officeDocument/2006/relationships/image" Target="../media/image56.svg"/><Relationship Id="rId10" Type="http://schemas.openxmlformats.org/officeDocument/2006/relationships/image" Target="../media/image9.svg"/><Relationship Id="rId31" Type="http://schemas.openxmlformats.org/officeDocument/2006/relationships/image" Target="../media/image30.emf"/><Relationship Id="rId44" Type="http://schemas.openxmlformats.org/officeDocument/2006/relationships/image" Target="../media/image43.png"/><Relationship Id="rId52" Type="http://schemas.openxmlformats.org/officeDocument/2006/relationships/image" Target="../media/image51.png"/><Relationship Id="rId60" Type="http://schemas.openxmlformats.org/officeDocument/2006/relationships/image" Target="../media/image59.png"/><Relationship Id="rId65" Type="http://schemas.openxmlformats.org/officeDocument/2006/relationships/image" Target="../media/image64.svg"/><Relationship Id="rId73" Type="http://schemas.openxmlformats.org/officeDocument/2006/relationships/image" Target="../media/image72.svg"/><Relationship Id="rId78" Type="http://schemas.openxmlformats.org/officeDocument/2006/relationships/image" Target="../media/image77.png"/><Relationship Id="rId81" Type="http://schemas.openxmlformats.org/officeDocument/2006/relationships/image" Target="../media/image80.sv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9" Type="http://schemas.openxmlformats.org/officeDocument/2006/relationships/image" Target="../media/image38.svg"/><Relationship Id="rId34" Type="http://schemas.openxmlformats.org/officeDocument/2006/relationships/image" Target="../media/image33.emf"/><Relationship Id="rId50" Type="http://schemas.openxmlformats.org/officeDocument/2006/relationships/image" Target="../media/image49.png"/><Relationship Id="rId55" Type="http://schemas.openxmlformats.org/officeDocument/2006/relationships/image" Target="../media/image54.svg"/><Relationship Id="rId76" Type="http://schemas.openxmlformats.org/officeDocument/2006/relationships/image" Target="../media/image75.png"/><Relationship Id="rId7" Type="http://schemas.openxmlformats.org/officeDocument/2006/relationships/image" Target="../media/image6.png"/><Relationship Id="rId71" Type="http://schemas.openxmlformats.org/officeDocument/2006/relationships/image" Target="../media/image70.svg"/><Relationship Id="rId2" Type="http://schemas.openxmlformats.org/officeDocument/2006/relationships/image" Target="../media/image1.png"/><Relationship Id="rId29" Type="http://schemas.openxmlformats.org/officeDocument/2006/relationships/image" Target="../media/image28.emf"/><Relationship Id="rId24" Type="http://schemas.openxmlformats.org/officeDocument/2006/relationships/image" Target="../media/image23.png"/><Relationship Id="rId40" Type="http://schemas.openxmlformats.org/officeDocument/2006/relationships/image" Target="../media/image39.png"/><Relationship Id="rId45" Type="http://schemas.openxmlformats.org/officeDocument/2006/relationships/image" Target="../media/image44.svg"/><Relationship Id="rId66" Type="http://schemas.openxmlformats.org/officeDocument/2006/relationships/image" Target="../media/image65.png"/><Relationship Id="rId61" Type="http://schemas.openxmlformats.org/officeDocument/2006/relationships/image" Target="../media/image60.svg"/><Relationship Id="rId82" Type="http://schemas.openxmlformats.org/officeDocument/2006/relationships/image" Target="../media/image81.png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.svg"/><Relationship Id="rId21" Type="http://schemas.openxmlformats.org/officeDocument/2006/relationships/image" Target="../media/image15.png"/><Relationship Id="rId42" Type="http://schemas.openxmlformats.org/officeDocument/2006/relationships/image" Target="../media/image36.svg"/><Relationship Id="rId47" Type="http://schemas.openxmlformats.org/officeDocument/2006/relationships/image" Target="../media/image53.png"/><Relationship Id="rId63" Type="http://schemas.openxmlformats.org/officeDocument/2006/relationships/image" Target="../media/image69.png"/><Relationship Id="rId68" Type="http://schemas.openxmlformats.org/officeDocument/2006/relationships/image" Target="../media/image74.svg"/><Relationship Id="rId16" Type="http://schemas.openxmlformats.org/officeDocument/2006/relationships/image" Target="../media/image10.png"/><Relationship Id="rId11" Type="http://schemas.openxmlformats.org/officeDocument/2006/relationships/image" Target="../media/image5.svg"/><Relationship Id="rId32" Type="http://schemas.openxmlformats.org/officeDocument/2006/relationships/image" Target="../media/image26.svg"/><Relationship Id="rId37" Type="http://schemas.openxmlformats.org/officeDocument/2006/relationships/image" Target="../media/image31.emf"/><Relationship Id="rId53" Type="http://schemas.openxmlformats.org/officeDocument/2006/relationships/image" Target="../media/image59.png"/><Relationship Id="rId58" Type="http://schemas.openxmlformats.org/officeDocument/2006/relationships/image" Target="../media/image64.svg"/><Relationship Id="rId74" Type="http://schemas.openxmlformats.org/officeDocument/2006/relationships/image" Target="../media/image80.svg"/><Relationship Id="rId79" Type="http://schemas.openxmlformats.org/officeDocument/2006/relationships/image" Target="../media/image89.png"/><Relationship Id="rId5" Type="http://schemas.openxmlformats.org/officeDocument/2006/relationships/image" Target="../media/image87.png"/><Relationship Id="rId61" Type="http://schemas.openxmlformats.org/officeDocument/2006/relationships/image" Target="../media/image67.png"/><Relationship Id="rId82" Type="http://schemas.openxmlformats.org/officeDocument/2006/relationships/image" Target="../media/image92.png"/><Relationship Id="rId19" Type="http://schemas.openxmlformats.org/officeDocument/2006/relationships/image" Target="../media/image13.svg"/><Relationship Id="rId14" Type="http://schemas.openxmlformats.org/officeDocument/2006/relationships/image" Target="../media/image8.png"/><Relationship Id="rId22" Type="http://schemas.openxmlformats.org/officeDocument/2006/relationships/image" Target="../media/image16.svg"/><Relationship Id="rId27" Type="http://schemas.openxmlformats.org/officeDocument/2006/relationships/image" Target="../media/image21.png"/><Relationship Id="rId30" Type="http://schemas.openxmlformats.org/officeDocument/2006/relationships/image" Target="../media/image24.svg"/><Relationship Id="rId35" Type="http://schemas.openxmlformats.org/officeDocument/2006/relationships/image" Target="../media/image29.emf"/><Relationship Id="rId43" Type="http://schemas.openxmlformats.org/officeDocument/2006/relationships/image" Target="../media/image49.png"/><Relationship Id="rId48" Type="http://schemas.openxmlformats.org/officeDocument/2006/relationships/image" Target="../media/image54.svg"/><Relationship Id="rId56" Type="http://schemas.openxmlformats.org/officeDocument/2006/relationships/image" Target="../media/image62.svg"/><Relationship Id="rId64" Type="http://schemas.openxmlformats.org/officeDocument/2006/relationships/image" Target="../media/image70.svg"/><Relationship Id="rId69" Type="http://schemas.openxmlformats.org/officeDocument/2006/relationships/image" Target="../media/image75.png"/><Relationship Id="rId77" Type="http://schemas.openxmlformats.org/officeDocument/2006/relationships/image" Target="../media/image83.png"/><Relationship Id="rId8" Type="http://schemas.openxmlformats.org/officeDocument/2006/relationships/image" Target="../media/image2.png"/><Relationship Id="rId51" Type="http://schemas.openxmlformats.org/officeDocument/2006/relationships/image" Target="../media/image57.png"/><Relationship Id="rId72" Type="http://schemas.openxmlformats.org/officeDocument/2006/relationships/image" Target="../media/image78.svg"/><Relationship Id="rId80" Type="http://schemas.openxmlformats.org/officeDocument/2006/relationships/image" Target="../media/image90.png"/><Relationship Id="rId3" Type="http://schemas.openxmlformats.org/officeDocument/2006/relationships/image" Target="../media/image85.png"/><Relationship Id="rId12" Type="http://schemas.openxmlformats.org/officeDocument/2006/relationships/image" Target="../media/image6.png"/><Relationship Id="rId17" Type="http://schemas.openxmlformats.org/officeDocument/2006/relationships/image" Target="../media/image11.svg"/><Relationship Id="rId25" Type="http://schemas.openxmlformats.org/officeDocument/2006/relationships/image" Target="../media/image19.png"/><Relationship Id="rId33" Type="http://schemas.openxmlformats.org/officeDocument/2006/relationships/image" Target="../media/image27.emf"/><Relationship Id="rId38" Type="http://schemas.openxmlformats.org/officeDocument/2006/relationships/image" Target="../media/image32.emf"/><Relationship Id="rId46" Type="http://schemas.openxmlformats.org/officeDocument/2006/relationships/image" Target="../media/image52.svg"/><Relationship Id="rId59" Type="http://schemas.openxmlformats.org/officeDocument/2006/relationships/image" Target="../media/image65.png"/><Relationship Id="rId67" Type="http://schemas.openxmlformats.org/officeDocument/2006/relationships/image" Target="../media/image73.png"/><Relationship Id="rId20" Type="http://schemas.openxmlformats.org/officeDocument/2006/relationships/image" Target="../media/image14.emf"/><Relationship Id="rId41" Type="http://schemas.openxmlformats.org/officeDocument/2006/relationships/image" Target="../media/image35.png"/><Relationship Id="rId54" Type="http://schemas.openxmlformats.org/officeDocument/2006/relationships/image" Target="../media/image60.svg"/><Relationship Id="rId62" Type="http://schemas.openxmlformats.org/officeDocument/2006/relationships/image" Target="../media/image68.svg"/><Relationship Id="rId70" Type="http://schemas.openxmlformats.org/officeDocument/2006/relationships/image" Target="../media/image76.svg"/><Relationship Id="rId75" Type="http://schemas.openxmlformats.org/officeDocument/2006/relationships/image" Target="../media/image8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8.png"/><Relationship Id="rId15" Type="http://schemas.openxmlformats.org/officeDocument/2006/relationships/image" Target="../media/image9.svg"/><Relationship Id="rId23" Type="http://schemas.openxmlformats.org/officeDocument/2006/relationships/image" Target="../media/image17.png"/><Relationship Id="rId28" Type="http://schemas.openxmlformats.org/officeDocument/2006/relationships/image" Target="../media/image22.svg"/><Relationship Id="rId36" Type="http://schemas.openxmlformats.org/officeDocument/2006/relationships/image" Target="../media/image30.emf"/><Relationship Id="rId49" Type="http://schemas.openxmlformats.org/officeDocument/2006/relationships/image" Target="../media/image55.png"/><Relationship Id="rId57" Type="http://schemas.openxmlformats.org/officeDocument/2006/relationships/image" Target="../media/image63.png"/><Relationship Id="rId10" Type="http://schemas.openxmlformats.org/officeDocument/2006/relationships/image" Target="../media/image4.png"/><Relationship Id="rId31" Type="http://schemas.openxmlformats.org/officeDocument/2006/relationships/image" Target="../media/image25.png"/><Relationship Id="rId44" Type="http://schemas.openxmlformats.org/officeDocument/2006/relationships/image" Target="../media/image50.svg"/><Relationship Id="rId52" Type="http://schemas.openxmlformats.org/officeDocument/2006/relationships/image" Target="../media/image58.svg"/><Relationship Id="rId60" Type="http://schemas.openxmlformats.org/officeDocument/2006/relationships/image" Target="../media/image66.svg"/><Relationship Id="rId65" Type="http://schemas.openxmlformats.org/officeDocument/2006/relationships/image" Target="../media/image71.png"/><Relationship Id="rId73" Type="http://schemas.openxmlformats.org/officeDocument/2006/relationships/image" Target="../media/image79.png"/><Relationship Id="rId78" Type="http://schemas.openxmlformats.org/officeDocument/2006/relationships/image" Target="../media/image84.svg"/><Relationship Id="rId81" Type="http://schemas.openxmlformats.org/officeDocument/2006/relationships/image" Target="../media/image91.png"/><Relationship Id="rId4" Type="http://schemas.openxmlformats.org/officeDocument/2006/relationships/image" Target="../media/image86.png"/><Relationship Id="rId9" Type="http://schemas.openxmlformats.org/officeDocument/2006/relationships/image" Target="../media/image3.png"/><Relationship Id="rId13" Type="http://schemas.openxmlformats.org/officeDocument/2006/relationships/image" Target="../media/image7.svg"/><Relationship Id="rId18" Type="http://schemas.openxmlformats.org/officeDocument/2006/relationships/image" Target="../media/image12.png"/><Relationship Id="rId39" Type="http://schemas.openxmlformats.org/officeDocument/2006/relationships/image" Target="../media/image33.emf"/><Relationship Id="rId34" Type="http://schemas.openxmlformats.org/officeDocument/2006/relationships/image" Target="../media/image28.emf"/><Relationship Id="rId50" Type="http://schemas.openxmlformats.org/officeDocument/2006/relationships/image" Target="../media/image56.svg"/><Relationship Id="rId55" Type="http://schemas.openxmlformats.org/officeDocument/2006/relationships/image" Target="../media/image61.png"/><Relationship Id="rId76" Type="http://schemas.openxmlformats.org/officeDocument/2006/relationships/image" Target="../media/image82.svg"/><Relationship Id="rId7" Type="http://schemas.openxmlformats.org/officeDocument/2006/relationships/image" Target="../media/image1.png"/><Relationship Id="rId71" Type="http://schemas.openxmlformats.org/officeDocument/2006/relationships/image" Target="../media/image77.png"/><Relationship Id="rId2" Type="http://schemas.openxmlformats.org/officeDocument/2006/relationships/notesSlide" Target="../notesSlides/notesSlide1.xml"/><Relationship Id="rId29" Type="http://schemas.openxmlformats.org/officeDocument/2006/relationships/image" Target="../media/image23.png"/><Relationship Id="rId24" Type="http://schemas.openxmlformats.org/officeDocument/2006/relationships/image" Target="../media/image18.svg"/><Relationship Id="rId40" Type="http://schemas.openxmlformats.org/officeDocument/2006/relationships/image" Target="../media/image34.emf"/><Relationship Id="rId45" Type="http://schemas.openxmlformats.org/officeDocument/2006/relationships/image" Target="../media/image51.png"/><Relationship Id="rId66" Type="http://schemas.openxmlformats.org/officeDocument/2006/relationships/image" Target="../media/image72.sv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image" Target="../media/image20.svg"/><Relationship Id="rId21" Type="http://schemas.openxmlformats.org/officeDocument/2006/relationships/image" Target="../media/image15.png"/><Relationship Id="rId42" Type="http://schemas.openxmlformats.org/officeDocument/2006/relationships/image" Target="../media/image36.svg"/><Relationship Id="rId47" Type="http://schemas.openxmlformats.org/officeDocument/2006/relationships/image" Target="../media/image53.png"/><Relationship Id="rId63" Type="http://schemas.openxmlformats.org/officeDocument/2006/relationships/image" Target="../media/image69.png"/><Relationship Id="rId68" Type="http://schemas.openxmlformats.org/officeDocument/2006/relationships/image" Target="../media/image74.svg"/><Relationship Id="rId84" Type="http://schemas.openxmlformats.org/officeDocument/2006/relationships/image" Target="../media/image102.png"/><Relationship Id="rId16" Type="http://schemas.openxmlformats.org/officeDocument/2006/relationships/image" Target="../media/image10.png"/><Relationship Id="rId11" Type="http://schemas.openxmlformats.org/officeDocument/2006/relationships/image" Target="../media/image5.svg"/><Relationship Id="rId32" Type="http://schemas.openxmlformats.org/officeDocument/2006/relationships/image" Target="../media/image26.svg"/><Relationship Id="rId37" Type="http://schemas.openxmlformats.org/officeDocument/2006/relationships/image" Target="../media/image31.emf"/><Relationship Id="rId53" Type="http://schemas.openxmlformats.org/officeDocument/2006/relationships/image" Target="../media/image59.png"/><Relationship Id="rId58" Type="http://schemas.openxmlformats.org/officeDocument/2006/relationships/image" Target="../media/image64.svg"/><Relationship Id="rId74" Type="http://schemas.openxmlformats.org/officeDocument/2006/relationships/image" Target="../media/image80.svg"/><Relationship Id="rId79" Type="http://schemas.openxmlformats.org/officeDocument/2006/relationships/image" Target="../media/image97.png"/><Relationship Id="rId5" Type="http://schemas.openxmlformats.org/officeDocument/2006/relationships/image" Target="../media/image95.png"/><Relationship Id="rId19" Type="http://schemas.openxmlformats.org/officeDocument/2006/relationships/image" Target="../media/image13.svg"/><Relationship Id="rId14" Type="http://schemas.openxmlformats.org/officeDocument/2006/relationships/image" Target="../media/image8.png"/><Relationship Id="rId22" Type="http://schemas.openxmlformats.org/officeDocument/2006/relationships/image" Target="../media/image16.svg"/><Relationship Id="rId27" Type="http://schemas.openxmlformats.org/officeDocument/2006/relationships/image" Target="../media/image21.png"/><Relationship Id="rId30" Type="http://schemas.openxmlformats.org/officeDocument/2006/relationships/image" Target="../media/image24.svg"/><Relationship Id="rId35" Type="http://schemas.openxmlformats.org/officeDocument/2006/relationships/image" Target="../media/image29.emf"/><Relationship Id="rId43" Type="http://schemas.openxmlformats.org/officeDocument/2006/relationships/image" Target="../media/image49.png"/><Relationship Id="rId48" Type="http://schemas.openxmlformats.org/officeDocument/2006/relationships/image" Target="../media/image54.svg"/><Relationship Id="rId56" Type="http://schemas.openxmlformats.org/officeDocument/2006/relationships/image" Target="../media/image62.svg"/><Relationship Id="rId64" Type="http://schemas.openxmlformats.org/officeDocument/2006/relationships/image" Target="../media/image70.svg"/><Relationship Id="rId69" Type="http://schemas.openxmlformats.org/officeDocument/2006/relationships/image" Target="../media/image75.png"/><Relationship Id="rId77" Type="http://schemas.openxmlformats.org/officeDocument/2006/relationships/image" Target="../media/image83.png"/><Relationship Id="rId8" Type="http://schemas.openxmlformats.org/officeDocument/2006/relationships/image" Target="../media/image2.png"/><Relationship Id="rId51" Type="http://schemas.openxmlformats.org/officeDocument/2006/relationships/image" Target="../media/image57.png"/><Relationship Id="rId72" Type="http://schemas.openxmlformats.org/officeDocument/2006/relationships/image" Target="../media/image78.svg"/><Relationship Id="rId80" Type="http://schemas.openxmlformats.org/officeDocument/2006/relationships/image" Target="../media/image98.png"/><Relationship Id="rId85" Type="http://schemas.openxmlformats.org/officeDocument/2006/relationships/image" Target="../media/image103.png"/><Relationship Id="rId3" Type="http://schemas.openxmlformats.org/officeDocument/2006/relationships/image" Target="../media/image93.png"/><Relationship Id="rId12" Type="http://schemas.openxmlformats.org/officeDocument/2006/relationships/image" Target="../media/image6.png"/><Relationship Id="rId17" Type="http://schemas.openxmlformats.org/officeDocument/2006/relationships/image" Target="../media/image11.svg"/><Relationship Id="rId25" Type="http://schemas.openxmlformats.org/officeDocument/2006/relationships/image" Target="../media/image19.png"/><Relationship Id="rId33" Type="http://schemas.openxmlformats.org/officeDocument/2006/relationships/image" Target="../media/image27.emf"/><Relationship Id="rId38" Type="http://schemas.openxmlformats.org/officeDocument/2006/relationships/image" Target="../media/image32.emf"/><Relationship Id="rId46" Type="http://schemas.openxmlformats.org/officeDocument/2006/relationships/image" Target="../media/image52.svg"/><Relationship Id="rId59" Type="http://schemas.openxmlformats.org/officeDocument/2006/relationships/image" Target="../media/image65.png"/><Relationship Id="rId67" Type="http://schemas.openxmlformats.org/officeDocument/2006/relationships/image" Target="../media/image73.png"/><Relationship Id="rId20" Type="http://schemas.openxmlformats.org/officeDocument/2006/relationships/image" Target="../media/image14.emf"/><Relationship Id="rId41" Type="http://schemas.openxmlformats.org/officeDocument/2006/relationships/image" Target="../media/image35.png"/><Relationship Id="rId54" Type="http://schemas.openxmlformats.org/officeDocument/2006/relationships/image" Target="../media/image60.svg"/><Relationship Id="rId62" Type="http://schemas.openxmlformats.org/officeDocument/2006/relationships/image" Target="../media/image68.svg"/><Relationship Id="rId70" Type="http://schemas.openxmlformats.org/officeDocument/2006/relationships/image" Target="../media/image76.svg"/><Relationship Id="rId75" Type="http://schemas.openxmlformats.org/officeDocument/2006/relationships/image" Target="../media/image81.png"/><Relationship Id="rId83" Type="http://schemas.openxmlformats.org/officeDocument/2006/relationships/image" Target="../media/image101.png"/><Relationship Id="rId88" Type="http://schemas.openxmlformats.org/officeDocument/2006/relationships/image" Target="../media/image10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15" Type="http://schemas.openxmlformats.org/officeDocument/2006/relationships/image" Target="../media/image9.svg"/><Relationship Id="rId23" Type="http://schemas.openxmlformats.org/officeDocument/2006/relationships/image" Target="../media/image17.png"/><Relationship Id="rId28" Type="http://schemas.openxmlformats.org/officeDocument/2006/relationships/image" Target="../media/image22.svg"/><Relationship Id="rId36" Type="http://schemas.openxmlformats.org/officeDocument/2006/relationships/image" Target="../media/image30.emf"/><Relationship Id="rId49" Type="http://schemas.openxmlformats.org/officeDocument/2006/relationships/image" Target="../media/image55.png"/><Relationship Id="rId57" Type="http://schemas.openxmlformats.org/officeDocument/2006/relationships/image" Target="../media/image63.png"/><Relationship Id="rId10" Type="http://schemas.openxmlformats.org/officeDocument/2006/relationships/image" Target="../media/image4.png"/><Relationship Id="rId31" Type="http://schemas.openxmlformats.org/officeDocument/2006/relationships/image" Target="../media/image25.png"/><Relationship Id="rId44" Type="http://schemas.openxmlformats.org/officeDocument/2006/relationships/image" Target="../media/image50.svg"/><Relationship Id="rId52" Type="http://schemas.openxmlformats.org/officeDocument/2006/relationships/image" Target="../media/image58.svg"/><Relationship Id="rId60" Type="http://schemas.openxmlformats.org/officeDocument/2006/relationships/image" Target="../media/image66.svg"/><Relationship Id="rId65" Type="http://schemas.openxmlformats.org/officeDocument/2006/relationships/image" Target="../media/image71.png"/><Relationship Id="rId73" Type="http://schemas.openxmlformats.org/officeDocument/2006/relationships/image" Target="../media/image79.png"/><Relationship Id="rId78" Type="http://schemas.openxmlformats.org/officeDocument/2006/relationships/image" Target="../media/image84.svg"/><Relationship Id="rId81" Type="http://schemas.openxmlformats.org/officeDocument/2006/relationships/image" Target="../media/image99.png"/><Relationship Id="rId86" Type="http://schemas.openxmlformats.org/officeDocument/2006/relationships/image" Target="../media/image104.png"/><Relationship Id="rId4" Type="http://schemas.openxmlformats.org/officeDocument/2006/relationships/image" Target="../media/image94.png"/><Relationship Id="rId9" Type="http://schemas.openxmlformats.org/officeDocument/2006/relationships/image" Target="../media/image3.png"/><Relationship Id="rId13" Type="http://schemas.openxmlformats.org/officeDocument/2006/relationships/image" Target="../media/image7.svg"/><Relationship Id="rId18" Type="http://schemas.openxmlformats.org/officeDocument/2006/relationships/image" Target="../media/image12.png"/><Relationship Id="rId39" Type="http://schemas.openxmlformats.org/officeDocument/2006/relationships/image" Target="../media/image33.emf"/><Relationship Id="rId34" Type="http://schemas.openxmlformats.org/officeDocument/2006/relationships/image" Target="../media/image28.emf"/><Relationship Id="rId50" Type="http://schemas.openxmlformats.org/officeDocument/2006/relationships/image" Target="../media/image56.svg"/><Relationship Id="rId55" Type="http://schemas.openxmlformats.org/officeDocument/2006/relationships/image" Target="../media/image61.png"/><Relationship Id="rId76" Type="http://schemas.openxmlformats.org/officeDocument/2006/relationships/image" Target="../media/image82.svg"/><Relationship Id="rId7" Type="http://schemas.openxmlformats.org/officeDocument/2006/relationships/image" Target="../media/image1.png"/><Relationship Id="rId71" Type="http://schemas.openxmlformats.org/officeDocument/2006/relationships/image" Target="../media/image77.png"/><Relationship Id="rId2" Type="http://schemas.openxmlformats.org/officeDocument/2006/relationships/notesSlide" Target="../notesSlides/notesSlide2.xml"/><Relationship Id="rId29" Type="http://schemas.openxmlformats.org/officeDocument/2006/relationships/image" Target="../media/image23.png"/><Relationship Id="rId24" Type="http://schemas.openxmlformats.org/officeDocument/2006/relationships/image" Target="../media/image18.svg"/><Relationship Id="rId40" Type="http://schemas.openxmlformats.org/officeDocument/2006/relationships/image" Target="../media/image34.emf"/><Relationship Id="rId45" Type="http://schemas.openxmlformats.org/officeDocument/2006/relationships/image" Target="../media/image51.png"/><Relationship Id="rId66" Type="http://schemas.openxmlformats.org/officeDocument/2006/relationships/image" Target="../media/image72.svg"/><Relationship Id="rId87" Type="http://schemas.openxmlformats.org/officeDocument/2006/relationships/image" Target="../media/image105.png"/><Relationship Id="rId61" Type="http://schemas.openxmlformats.org/officeDocument/2006/relationships/image" Target="../media/image67.png"/><Relationship Id="rId82" Type="http://schemas.openxmlformats.org/officeDocument/2006/relationships/image" Target="../media/image100.png"/></Relationships>
</file>

<file path=ppt/slides/_rels/slide4.xml.rels><?xml version="1.0" encoding="UTF-8" standalone="yes"?>
<Relationships xmlns="http://schemas.openxmlformats.org/package/2006/relationships"><Relationship Id="rId26" Type="http://schemas.openxmlformats.org/officeDocument/2006/relationships/image" Target="../media/image18.svg"/><Relationship Id="rId21" Type="http://schemas.openxmlformats.org/officeDocument/2006/relationships/image" Target="../media/image13.svg"/><Relationship Id="rId42" Type="http://schemas.openxmlformats.org/officeDocument/2006/relationships/image" Target="../media/image35.png"/><Relationship Id="rId47" Type="http://schemas.openxmlformats.org/officeDocument/2006/relationships/image" Target="../media/image52.svg"/><Relationship Id="rId63" Type="http://schemas.openxmlformats.org/officeDocument/2006/relationships/image" Target="../media/image68.svg"/><Relationship Id="rId68" Type="http://schemas.openxmlformats.org/officeDocument/2006/relationships/image" Target="../media/image73.png"/><Relationship Id="rId84" Type="http://schemas.openxmlformats.org/officeDocument/2006/relationships/image" Target="../media/image117.png"/><Relationship Id="rId16" Type="http://schemas.openxmlformats.org/officeDocument/2006/relationships/image" Target="../media/image8.png"/><Relationship Id="rId11" Type="http://schemas.openxmlformats.org/officeDocument/2006/relationships/image" Target="../media/image3.png"/><Relationship Id="rId32" Type="http://schemas.openxmlformats.org/officeDocument/2006/relationships/image" Target="../media/image24.svg"/><Relationship Id="rId37" Type="http://schemas.openxmlformats.org/officeDocument/2006/relationships/image" Target="../media/image29.emf"/><Relationship Id="rId53" Type="http://schemas.openxmlformats.org/officeDocument/2006/relationships/image" Target="../media/image58.svg"/><Relationship Id="rId58" Type="http://schemas.openxmlformats.org/officeDocument/2006/relationships/image" Target="../media/image63.png"/><Relationship Id="rId74" Type="http://schemas.openxmlformats.org/officeDocument/2006/relationships/image" Target="../media/image79.png"/><Relationship Id="rId79" Type="http://schemas.openxmlformats.org/officeDocument/2006/relationships/image" Target="../media/image84.svg"/><Relationship Id="rId5" Type="http://schemas.openxmlformats.org/officeDocument/2006/relationships/image" Target="../media/image109.png"/><Relationship Id="rId61" Type="http://schemas.openxmlformats.org/officeDocument/2006/relationships/image" Target="../media/image66.svg"/><Relationship Id="rId82" Type="http://schemas.openxmlformats.org/officeDocument/2006/relationships/image" Target="../media/image115.png"/><Relationship Id="rId19" Type="http://schemas.openxmlformats.org/officeDocument/2006/relationships/image" Target="../media/image11.svg"/><Relationship Id="rId14" Type="http://schemas.openxmlformats.org/officeDocument/2006/relationships/image" Target="../media/image6.png"/><Relationship Id="rId22" Type="http://schemas.openxmlformats.org/officeDocument/2006/relationships/image" Target="../media/image14.emf"/><Relationship Id="rId27" Type="http://schemas.openxmlformats.org/officeDocument/2006/relationships/image" Target="../media/image19.png"/><Relationship Id="rId30" Type="http://schemas.openxmlformats.org/officeDocument/2006/relationships/image" Target="../media/image22.svg"/><Relationship Id="rId35" Type="http://schemas.openxmlformats.org/officeDocument/2006/relationships/image" Target="../media/image27.emf"/><Relationship Id="rId43" Type="http://schemas.openxmlformats.org/officeDocument/2006/relationships/image" Target="../media/image36.svg"/><Relationship Id="rId48" Type="http://schemas.openxmlformats.org/officeDocument/2006/relationships/image" Target="../media/image53.png"/><Relationship Id="rId56" Type="http://schemas.openxmlformats.org/officeDocument/2006/relationships/image" Target="../media/image61.png"/><Relationship Id="rId64" Type="http://schemas.openxmlformats.org/officeDocument/2006/relationships/image" Target="../media/image69.png"/><Relationship Id="rId69" Type="http://schemas.openxmlformats.org/officeDocument/2006/relationships/image" Target="../media/image74.svg"/><Relationship Id="rId77" Type="http://schemas.openxmlformats.org/officeDocument/2006/relationships/image" Target="../media/image82.svg"/><Relationship Id="rId8" Type="http://schemas.openxmlformats.org/officeDocument/2006/relationships/image" Target="../media/image112.png"/><Relationship Id="rId51" Type="http://schemas.openxmlformats.org/officeDocument/2006/relationships/image" Target="../media/image56.svg"/><Relationship Id="rId72" Type="http://schemas.openxmlformats.org/officeDocument/2006/relationships/image" Target="../media/image77.png"/><Relationship Id="rId80" Type="http://schemas.openxmlformats.org/officeDocument/2006/relationships/image" Target="../media/image113.png"/><Relationship Id="rId3" Type="http://schemas.openxmlformats.org/officeDocument/2006/relationships/image" Target="../media/image107.png"/><Relationship Id="rId12" Type="http://schemas.openxmlformats.org/officeDocument/2006/relationships/image" Target="../media/image4.png"/><Relationship Id="rId17" Type="http://schemas.openxmlformats.org/officeDocument/2006/relationships/image" Target="../media/image9.svg"/><Relationship Id="rId25" Type="http://schemas.openxmlformats.org/officeDocument/2006/relationships/image" Target="../media/image17.png"/><Relationship Id="rId33" Type="http://schemas.openxmlformats.org/officeDocument/2006/relationships/image" Target="../media/image25.png"/><Relationship Id="rId38" Type="http://schemas.openxmlformats.org/officeDocument/2006/relationships/image" Target="../media/image30.emf"/><Relationship Id="rId46" Type="http://schemas.openxmlformats.org/officeDocument/2006/relationships/image" Target="../media/image51.png"/><Relationship Id="rId59" Type="http://schemas.openxmlformats.org/officeDocument/2006/relationships/image" Target="../media/image64.svg"/><Relationship Id="rId67" Type="http://schemas.openxmlformats.org/officeDocument/2006/relationships/image" Target="../media/image72.svg"/><Relationship Id="rId20" Type="http://schemas.openxmlformats.org/officeDocument/2006/relationships/image" Target="../media/image12.png"/><Relationship Id="rId41" Type="http://schemas.openxmlformats.org/officeDocument/2006/relationships/image" Target="../media/image33.emf"/><Relationship Id="rId54" Type="http://schemas.openxmlformats.org/officeDocument/2006/relationships/image" Target="../media/image59.png"/><Relationship Id="rId62" Type="http://schemas.openxmlformats.org/officeDocument/2006/relationships/image" Target="../media/image67.png"/><Relationship Id="rId70" Type="http://schemas.openxmlformats.org/officeDocument/2006/relationships/image" Target="../media/image75.png"/><Relationship Id="rId75" Type="http://schemas.openxmlformats.org/officeDocument/2006/relationships/image" Target="../media/image80.svg"/><Relationship Id="rId83" Type="http://schemas.openxmlformats.org/officeDocument/2006/relationships/image" Target="../media/image11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0.png"/><Relationship Id="rId15" Type="http://schemas.openxmlformats.org/officeDocument/2006/relationships/image" Target="../media/image7.svg"/><Relationship Id="rId23" Type="http://schemas.openxmlformats.org/officeDocument/2006/relationships/image" Target="../media/image15.png"/><Relationship Id="rId28" Type="http://schemas.openxmlformats.org/officeDocument/2006/relationships/image" Target="../media/image20.svg"/><Relationship Id="rId36" Type="http://schemas.openxmlformats.org/officeDocument/2006/relationships/image" Target="../media/image28.emf"/><Relationship Id="rId49" Type="http://schemas.openxmlformats.org/officeDocument/2006/relationships/image" Target="../media/image54.svg"/><Relationship Id="rId57" Type="http://schemas.openxmlformats.org/officeDocument/2006/relationships/image" Target="../media/image62.svg"/><Relationship Id="rId10" Type="http://schemas.openxmlformats.org/officeDocument/2006/relationships/image" Target="../media/image2.png"/><Relationship Id="rId31" Type="http://schemas.openxmlformats.org/officeDocument/2006/relationships/image" Target="../media/image23.png"/><Relationship Id="rId44" Type="http://schemas.openxmlformats.org/officeDocument/2006/relationships/image" Target="../media/image49.png"/><Relationship Id="rId52" Type="http://schemas.openxmlformats.org/officeDocument/2006/relationships/image" Target="../media/image57.png"/><Relationship Id="rId60" Type="http://schemas.openxmlformats.org/officeDocument/2006/relationships/image" Target="../media/image65.png"/><Relationship Id="rId65" Type="http://schemas.openxmlformats.org/officeDocument/2006/relationships/image" Target="../media/image70.svg"/><Relationship Id="rId73" Type="http://schemas.openxmlformats.org/officeDocument/2006/relationships/image" Target="../media/image78.svg"/><Relationship Id="rId78" Type="http://schemas.openxmlformats.org/officeDocument/2006/relationships/image" Target="../media/image83.png"/><Relationship Id="rId81" Type="http://schemas.openxmlformats.org/officeDocument/2006/relationships/image" Target="../media/image114.png"/><Relationship Id="rId4" Type="http://schemas.openxmlformats.org/officeDocument/2006/relationships/image" Target="../media/image108.png"/><Relationship Id="rId9" Type="http://schemas.openxmlformats.org/officeDocument/2006/relationships/image" Target="../media/image1.png"/><Relationship Id="rId13" Type="http://schemas.openxmlformats.org/officeDocument/2006/relationships/image" Target="../media/image5.svg"/><Relationship Id="rId18" Type="http://schemas.openxmlformats.org/officeDocument/2006/relationships/image" Target="../media/image10.png"/><Relationship Id="rId39" Type="http://schemas.openxmlformats.org/officeDocument/2006/relationships/image" Target="../media/image31.emf"/><Relationship Id="rId34" Type="http://schemas.openxmlformats.org/officeDocument/2006/relationships/image" Target="../media/image26.svg"/><Relationship Id="rId50" Type="http://schemas.openxmlformats.org/officeDocument/2006/relationships/image" Target="../media/image55.png"/><Relationship Id="rId55" Type="http://schemas.openxmlformats.org/officeDocument/2006/relationships/image" Target="../media/image60.svg"/><Relationship Id="rId76" Type="http://schemas.openxmlformats.org/officeDocument/2006/relationships/image" Target="../media/image81.png"/><Relationship Id="rId7" Type="http://schemas.openxmlformats.org/officeDocument/2006/relationships/image" Target="../media/image111.png"/><Relationship Id="rId71" Type="http://schemas.openxmlformats.org/officeDocument/2006/relationships/image" Target="../media/image76.svg"/><Relationship Id="rId2" Type="http://schemas.openxmlformats.org/officeDocument/2006/relationships/notesSlide" Target="../notesSlides/notesSlide3.xml"/><Relationship Id="rId29" Type="http://schemas.openxmlformats.org/officeDocument/2006/relationships/image" Target="../media/image21.png"/><Relationship Id="rId24" Type="http://schemas.openxmlformats.org/officeDocument/2006/relationships/image" Target="../media/image16.svg"/><Relationship Id="rId40" Type="http://schemas.openxmlformats.org/officeDocument/2006/relationships/image" Target="../media/image32.emf"/><Relationship Id="rId45" Type="http://schemas.openxmlformats.org/officeDocument/2006/relationships/image" Target="../media/image50.svg"/><Relationship Id="rId66" Type="http://schemas.openxmlformats.org/officeDocument/2006/relationships/image" Target="../media/image7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1.png"/><Relationship Id="rId13" Type="http://schemas.openxmlformats.org/officeDocument/2006/relationships/image" Target="../media/image124.svg"/><Relationship Id="rId18" Type="http://schemas.openxmlformats.org/officeDocument/2006/relationships/image" Target="../media/image21.png"/><Relationship Id="rId26" Type="http://schemas.openxmlformats.org/officeDocument/2006/relationships/image" Target="../media/image131.png"/><Relationship Id="rId3" Type="http://schemas.openxmlformats.org/officeDocument/2006/relationships/image" Target="../media/image1.png"/><Relationship Id="rId21" Type="http://schemas.openxmlformats.org/officeDocument/2006/relationships/image" Target="../media/image3.png"/><Relationship Id="rId7" Type="http://schemas.openxmlformats.org/officeDocument/2006/relationships/image" Target="../media/image16.svg"/><Relationship Id="rId12" Type="http://schemas.openxmlformats.org/officeDocument/2006/relationships/image" Target="../media/image123.png"/><Relationship Id="rId17" Type="http://schemas.openxmlformats.org/officeDocument/2006/relationships/image" Target="../media/image24.svg"/><Relationship Id="rId25" Type="http://schemas.openxmlformats.org/officeDocument/2006/relationships/image" Target="../media/image130.png"/><Relationship Id="rId2" Type="http://schemas.openxmlformats.org/officeDocument/2006/relationships/image" Target="../media/image118.emf"/><Relationship Id="rId16" Type="http://schemas.openxmlformats.org/officeDocument/2006/relationships/image" Target="../media/image23.png"/><Relationship Id="rId20" Type="http://schemas.openxmlformats.org/officeDocument/2006/relationships/image" Target="../media/image127.png"/><Relationship Id="rId29" Type="http://schemas.openxmlformats.org/officeDocument/2006/relationships/image" Target="../media/image13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18.svg"/><Relationship Id="rId24" Type="http://schemas.openxmlformats.org/officeDocument/2006/relationships/image" Target="../media/image2.png"/><Relationship Id="rId5" Type="http://schemas.openxmlformats.org/officeDocument/2006/relationships/image" Target="../media/image120.svg"/><Relationship Id="rId15" Type="http://schemas.openxmlformats.org/officeDocument/2006/relationships/image" Target="../media/image126.svg"/><Relationship Id="rId23" Type="http://schemas.openxmlformats.org/officeDocument/2006/relationships/image" Target="../media/image129.png"/><Relationship Id="rId28" Type="http://schemas.openxmlformats.org/officeDocument/2006/relationships/image" Target="../media/image133.png"/><Relationship Id="rId10" Type="http://schemas.openxmlformats.org/officeDocument/2006/relationships/image" Target="../media/image17.png"/><Relationship Id="rId19" Type="http://schemas.openxmlformats.org/officeDocument/2006/relationships/image" Target="../media/image22.svg"/><Relationship Id="rId4" Type="http://schemas.openxmlformats.org/officeDocument/2006/relationships/image" Target="../media/image119.png"/><Relationship Id="rId9" Type="http://schemas.openxmlformats.org/officeDocument/2006/relationships/image" Target="../media/image122.svg"/><Relationship Id="rId14" Type="http://schemas.openxmlformats.org/officeDocument/2006/relationships/image" Target="../media/image125.png"/><Relationship Id="rId22" Type="http://schemas.openxmlformats.org/officeDocument/2006/relationships/image" Target="../media/image128.png"/><Relationship Id="rId27" Type="http://schemas.openxmlformats.org/officeDocument/2006/relationships/image" Target="../media/image132.png"/><Relationship Id="rId30" Type="http://schemas.openxmlformats.org/officeDocument/2006/relationships/image" Target="../media/image1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组合 61">
            <a:extLst>
              <a:ext uri="{FF2B5EF4-FFF2-40B4-BE49-F238E27FC236}">
                <a16:creationId xmlns:a16="http://schemas.microsoft.com/office/drawing/2014/main" id="{02D6BC88-F3E8-194B-8852-E3E790394E92}"/>
              </a:ext>
            </a:extLst>
          </p:cNvPr>
          <p:cNvGrpSpPr/>
          <p:nvPr/>
        </p:nvGrpSpPr>
        <p:grpSpPr>
          <a:xfrm>
            <a:off x="9407277" y="2482593"/>
            <a:ext cx="6248400" cy="2761622"/>
            <a:chOff x="8360229" y="4950099"/>
            <a:chExt cx="6248400" cy="2761622"/>
          </a:xfrm>
        </p:grpSpPr>
        <p:sp>
          <p:nvSpPr>
            <p:cNvPr id="59" name="圆角矩形 58">
              <a:extLst>
                <a:ext uri="{FF2B5EF4-FFF2-40B4-BE49-F238E27FC236}">
                  <a16:creationId xmlns:a16="http://schemas.microsoft.com/office/drawing/2014/main" id="{6FB8523A-E9AE-E141-A1F2-226BF2DCDE3A}"/>
                </a:ext>
              </a:extLst>
            </p:cNvPr>
            <p:cNvSpPr/>
            <p:nvPr/>
          </p:nvSpPr>
          <p:spPr>
            <a:xfrm>
              <a:off x="8360229" y="4950099"/>
              <a:ext cx="6248400" cy="27616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800" dirty="0">
                <a:solidFill>
                  <a:schemeClr val="tx1"/>
                </a:solidFill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6F72CFB5-6C40-A244-994C-BBA3034E0A52}"/>
                </a:ext>
              </a:extLst>
            </p:cNvPr>
            <p:cNvSpPr txBox="1"/>
            <p:nvPr/>
          </p:nvSpPr>
          <p:spPr>
            <a:xfrm>
              <a:off x="9348271" y="5772516"/>
              <a:ext cx="4272323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4000" dirty="0">
                  <a:latin typeface="Telugu MN" pitchFamily="2" charset="0"/>
                  <a:cs typeface="Telugu MN" pitchFamily="2" charset="0"/>
                </a:rPr>
                <a:t>Training Stage of</a:t>
              </a:r>
            </a:p>
            <a:p>
              <a:pPr algn="ctr"/>
              <a:r>
                <a:rPr kumimoji="1" lang="en-US" altLang="zh-CN" sz="4000" dirty="0">
                  <a:latin typeface="Telugu MN" pitchFamily="2" charset="0"/>
                  <a:cs typeface="Telugu MN" pitchFamily="2" charset="0"/>
                </a:rPr>
                <a:t>Recommender</a:t>
              </a:r>
              <a:endParaRPr kumimoji="1" lang="zh-CN" altLang="en-US" sz="4000" dirty="0">
                <a:latin typeface="Telugu MN" pitchFamily="2" charset="0"/>
                <a:cs typeface="Telugu MN" pitchFamily="2" charset="0"/>
              </a:endParaRPr>
            </a:p>
          </p:txBody>
        </p:sp>
      </p:grpSp>
      <p:sp>
        <p:nvSpPr>
          <p:cNvPr id="150" name="燕尾形箭头 149">
            <a:extLst>
              <a:ext uri="{FF2B5EF4-FFF2-40B4-BE49-F238E27FC236}">
                <a16:creationId xmlns:a16="http://schemas.microsoft.com/office/drawing/2014/main" id="{4F63980D-C9C1-E34B-9B13-5CC69532983B}"/>
              </a:ext>
            </a:extLst>
          </p:cNvPr>
          <p:cNvSpPr>
            <a:spLocks noChangeAspect="1"/>
          </p:cNvSpPr>
          <p:nvPr/>
        </p:nvSpPr>
        <p:spPr>
          <a:xfrm>
            <a:off x="7582330" y="3471783"/>
            <a:ext cx="1098117" cy="721439"/>
          </a:xfrm>
          <a:prstGeom prst="notchedRightArrow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2" name="燕尾形箭头 151">
            <a:extLst>
              <a:ext uri="{FF2B5EF4-FFF2-40B4-BE49-F238E27FC236}">
                <a16:creationId xmlns:a16="http://schemas.microsoft.com/office/drawing/2014/main" id="{8465AEC1-3E1B-0544-8FC3-FA9DF337F4D0}"/>
              </a:ext>
            </a:extLst>
          </p:cNvPr>
          <p:cNvSpPr>
            <a:spLocks noChangeAspect="1"/>
          </p:cNvSpPr>
          <p:nvPr/>
        </p:nvSpPr>
        <p:spPr>
          <a:xfrm rot="-1800000">
            <a:off x="7549525" y="1212254"/>
            <a:ext cx="1587815" cy="721439"/>
          </a:xfrm>
          <a:prstGeom prst="notchedRightArrow">
            <a:avLst/>
          </a:prstGeom>
          <a:solidFill>
            <a:srgbClr val="C00000">
              <a:alpha val="30196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8" name="圆角矩形 157">
            <a:extLst>
              <a:ext uri="{FF2B5EF4-FFF2-40B4-BE49-F238E27FC236}">
                <a16:creationId xmlns:a16="http://schemas.microsoft.com/office/drawing/2014/main" id="{037FDFF3-E355-144F-852B-B6709B6247CF}"/>
              </a:ext>
            </a:extLst>
          </p:cNvPr>
          <p:cNvSpPr/>
          <p:nvPr/>
        </p:nvSpPr>
        <p:spPr>
          <a:xfrm>
            <a:off x="9857706" y="-685693"/>
            <a:ext cx="5367254" cy="210059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rgbClr val="9B1313"/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2" name="图片 171">
            <a:extLst>
              <a:ext uri="{FF2B5EF4-FFF2-40B4-BE49-F238E27FC236}">
                <a16:creationId xmlns:a16="http://schemas.microsoft.com/office/drawing/2014/main" id="{010CAA9D-A7D6-824F-91B6-0E4D24FD728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503" r="60164"/>
          <a:stretch/>
        </p:blipFill>
        <p:spPr>
          <a:xfrm>
            <a:off x="10016591" y="67134"/>
            <a:ext cx="470848" cy="576000"/>
          </a:xfrm>
          <a:prstGeom prst="rect">
            <a:avLst/>
          </a:prstGeom>
        </p:spPr>
      </p:pic>
      <p:pic>
        <p:nvPicPr>
          <p:cNvPr id="173" name="Picture 34">
            <a:extLst>
              <a:ext uri="{FF2B5EF4-FFF2-40B4-BE49-F238E27FC236}">
                <a16:creationId xmlns:a16="http://schemas.microsoft.com/office/drawing/2014/main" id="{7F4A61F0-47E2-D441-AA0B-F7C384361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56950" y="-605489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Picture 4">
            <a:extLst>
              <a:ext uri="{FF2B5EF4-FFF2-40B4-BE49-F238E27FC236}">
                <a16:creationId xmlns:a16="http://schemas.microsoft.com/office/drawing/2014/main" id="{9486E242-3715-7345-9D7B-94B37AC7E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237130" y="694757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图形 174" descr="保暖帽">
            <a:extLst>
              <a:ext uri="{FF2B5EF4-FFF2-40B4-BE49-F238E27FC236}">
                <a16:creationId xmlns:a16="http://schemas.microsoft.com/office/drawing/2014/main" id="{DD6D2CE8-3BD3-A94B-A78D-CE5AC5EAE66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239364" y="85134"/>
            <a:ext cx="539583" cy="540000"/>
          </a:xfrm>
          <a:prstGeom prst="rect">
            <a:avLst/>
          </a:prstGeom>
        </p:spPr>
      </p:pic>
      <p:pic>
        <p:nvPicPr>
          <p:cNvPr id="176" name="图形 175">
            <a:extLst>
              <a:ext uri="{FF2B5EF4-FFF2-40B4-BE49-F238E27FC236}">
                <a16:creationId xmlns:a16="http://schemas.microsoft.com/office/drawing/2014/main" id="{3F137915-E61F-634D-A5FB-40F500E5A9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rcRect/>
          <a:stretch/>
        </p:blipFill>
        <p:spPr>
          <a:xfrm>
            <a:off x="11837322" y="85358"/>
            <a:ext cx="539583" cy="539583"/>
          </a:xfrm>
          <a:prstGeom prst="rect">
            <a:avLst/>
          </a:prstGeom>
        </p:spPr>
      </p:pic>
      <p:pic>
        <p:nvPicPr>
          <p:cNvPr id="177" name="图形 176" descr="眼镜">
            <a:extLst>
              <a:ext uri="{FF2B5EF4-FFF2-40B4-BE49-F238E27FC236}">
                <a16:creationId xmlns:a16="http://schemas.microsoft.com/office/drawing/2014/main" id="{491AA491-154E-2544-ADBE-A374AE13093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641406" y="85134"/>
            <a:ext cx="539583" cy="540000"/>
          </a:xfrm>
          <a:prstGeom prst="rect">
            <a:avLst/>
          </a:prstGeom>
        </p:spPr>
      </p:pic>
      <p:pic>
        <p:nvPicPr>
          <p:cNvPr id="178" name="图形 177" descr="眼镜">
            <a:extLst>
              <a:ext uri="{FF2B5EF4-FFF2-40B4-BE49-F238E27FC236}">
                <a16:creationId xmlns:a16="http://schemas.microsoft.com/office/drawing/2014/main" id="{56AF2B9C-6F34-6245-96AD-D6B8BA4BBBF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3928409" y="-587489"/>
            <a:ext cx="539583" cy="540000"/>
          </a:xfrm>
          <a:prstGeom prst="rect">
            <a:avLst/>
          </a:prstGeom>
        </p:spPr>
      </p:pic>
      <p:pic>
        <p:nvPicPr>
          <p:cNvPr id="179" name="图形 178">
            <a:extLst>
              <a:ext uri="{FF2B5EF4-FFF2-40B4-BE49-F238E27FC236}">
                <a16:creationId xmlns:a16="http://schemas.microsoft.com/office/drawing/2014/main" id="{A4C0C74F-8A6B-5E42-BD7F-1C9DB4BCD89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3928409" y="802981"/>
            <a:ext cx="539583" cy="539583"/>
          </a:xfrm>
          <a:prstGeom prst="rect">
            <a:avLst/>
          </a:prstGeom>
        </p:spPr>
      </p:pic>
      <p:sp>
        <p:nvSpPr>
          <p:cNvPr id="180" name="文本框 179">
            <a:extLst>
              <a:ext uri="{FF2B5EF4-FFF2-40B4-BE49-F238E27FC236}">
                <a16:creationId xmlns:a16="http://schemas.microsoft.com/office/drawing/2014/main" id="{B5ED7955-C783-1D4B-AE78-BC53F2C4D5C4}"/>
              </a:ext>
            </a:extLst>
          </p:cNvPr>
          <p:cNvSpPr txBox="1"/>
          <p:nvPr/>
        </p:nvSpPr>
        <p:spPr>
          <a:xfrm>
            <a:off x="12435282" y="9352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6B00E9ED-A4F5-4A42-BA01-C9F53C774C96}"/>
              </a:ext>
            </a:extLst>
          </p:cNvPr>
          <p:cNvSpPr txBox="1"/>
          <p:nvPr/>
        </p:nvSpPr>
        <p:spPr>
          <a:xfrm>
            <a:off x="14522211" y="-5790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A724146A-1EE0-E940-B322-B83A2DA0247A}"/>
              </a:ext>
            </a:extLst>
          </p:cNvPr>
          <p:cNvSpPr txBox="1"/>
          <p:nvPr/>
        </p:nvSpPr>
        <p:spPr>
          <a:xfrm>
            <a:off x="14522211" y="81114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D97444E9-E6E0-7449-B834-D4A51F1B89F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84" r="58083" b="52922"/>
          <a:stretch/>
        </p:blipFill>
        <p:spPr>
          <a:xfrm>
            <a:off x="9991095" y="-605489"/>
            <a:ext cx="521840" cy="576000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4DE590B8-835B-224A-BA43-14C7FA7593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083" b="52503"/>
          <a:stretch/>
        </p:blipFill>
        <p:spPr>
          <a:xfrm>
            <a:off x="10004295" y="784757"/>
            <a:ext cx="495440" cy="576000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77DFD00E-4C9F-9F4D-A6CB-C51A105DBB5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202" t="52503"/>
          <a:stretch/>
        </p:blipFill>
        <p:spPr>
          <a:xfrm>
            <a:off x="13292022" y="67134"/>
            <a:ext cx="505856" cy="576000"/>
          </a:xfrm>
          <a:prstGeom prst="rect">
            <a:avLst/>
          </a:prstGeom>
        </p:spPr>
      </p:pic>
      <p:pic>
        <p:nvPicPr>
          <p:cNvPr id="186" name="图形 185" descr="照相机">
            <a:extLst>
              <a:ext uri="{FF2B5EF4-FFF2-40B4-BE49-F238E27FC236}">
                <a16:creationId xmlns:a16="http://schemas.microsoft.com/office/drawing/2014/main" id="{707AA44E-E00F-DE43-9765-1C14EA14EEE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0641406" y="-587489"/>
            <a:ext cx="539583" cy="540000"/>
          </a:xfrm>
          <a:prstGeom prst="rect">
            <a:avLst/>
          </a:prstGeom>
        </p:spPr>
      </p:pic>
      <p:pic>
        <p:nvPicPr>
          <p:cNvPr id="187" name="图形 186">
            <a:extLst>
              <a:ext uri="{FF2B5EF4-FFF2-40B4-BE49-F238E27FC236}">
                <a16:creationId xmlns:a16="http://schemas.microsoft.com/office/drawing/2014/main" id="{96A4374C-B410-2B45-A79C-410E00B3AD63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rcRect/>
          <a:stretch/>
        </p:blipFill>
        <p:spPr>
          <a:xfrm>
            <a:off x="10650969" y="802981"/>
            <a:ext cx="539583" cy="539583"/>
          </a:xfrm>
          <a:prstGeom prst="rect">
            <a:avLst/>
          </a:prstGeom>
        </p:spPr>
      </p:pic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01695C6D-95F9-4D46-AB8E-6CE74EA810C0}"/>
              </a:ext>
            </a:extLst>
          </p:cNvPr>
          <p:cNvGrpSpPr/>
          <p:nvPr/>
        </p:nvGrpSpPr>
        <p:grpSpPr>
          <a:xfrm>
            <a:off x="1438420" y="387632"/>
            <a:ext cx="5383280" cy="5353791"/>
            <a:chOff x="-18086" y="1650497"/>
            <a:chExt cx="5383280" cy="5353791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5B545047-3855-F646-9E74-2F236BC69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grayscl/>
            </a:blip>
            <a:stretch>
              <a:fillRect/>
            </a:stretch>
          </p:blipFill>
          <p:spPr>
            <a:xfrm>
              <a:off x="778552" y="2350408"/>
              <a:ext cx="349227" cy="349227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FF7A10E-5FA7-884B-A831-0868C138F55D}"/>
                </a:ext>
              </a:extLst>
            </p:cNvPr>
            <p:cNvSpPr/>
            <p:nvPr/>
          </p:nvSpPr>
          <p:spPr>
            <a:xfrm>
              <a:off x="659252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FD4D8B0-D16A-6F4A-9460-D235731D699F}"/>
                </a:ext>
              </a:extLst>
            </p:cNvPr>
            <p:cNvSpPr/>
            <p:nvPr/>
          </p:nvSpPr>
          <p:spPr>
            <a:xfrm>
              <a:off x="1328268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C8BB2E5-E321-C24A-9054-81DD86524264}"/>
                </a:ext>
              </a:extLst>
            </p:cNvPr>
            <p:cNvSpPr/>
            <p:nvPr/>
          </p:nvSpPr>
          <p:spPr>
            <a:xfrm>
              <a:off x="1997284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1B10591-ACCE-FF41-8D41-E16BAA063D27}"/>
                </a:ext>
              </a:extLst>
            </p:cNvPr>
            <p:cNvSpPr/>
            <p:nvPr/>
          </p:nvSpPr>
          <p:spPr>
            <a:xfrm>
              <a:off x="659252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5AC3950-1D4B-B743-B998-37A2B220CB27}"/>
                </a:ext>
              </a:extLst>
            </p:cNvPr>
            <p:cNvSpPr/>
            <p:nvPr/>
          </p:nvSpPr>
          <p:spPr>
            <a:xfrm>
              <a:off x="1328268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2A86A2F-0D79-DC48-8EB0-4FC0948C148C}"/>
                </a:ext>
              </a:extLst>
            </p:cNvPr>
            <p:cNvSpPr/>
            <p:nvPr/>
          </p:nvSpPr>
          <p:spPr>
            <a:xfrm>
              <a:off x="1997284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0190CC9-978D-C34F-BB15-40731933008C}"/>
                </a:ext>
              </a:extLst>
            </p:cNvPr>
            <p:cNvSpPr/>
            <p:nvPr/>
          </p:nvSpPr>
          <p:spPr>
            <a:xfrm>
              <a:off x="659252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D5C1E15-F70E-944A-A9DB-C19B931DFD4E}"/>
                </a:ext>
              </a:extLst>
            </p:cNvPr>
            <p:cNvSpPr/>
            <p:nvPr/>
          </p:nvSpPr>
          <p:spPr>
            <a:xfrm>
              <a:off x="1328268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081A323-13EA-5240-AFE2-9902BCB3D382}"/>
                </a:ext>
              </a:extLst>
            </p:cNvPr>
            <p:cNvSpPr/>
            <p:nvPr/>
          </p:nvSpPr>
          <p:spPr>
            <a:xfrm>
              <a:off x="1997284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A0963B1A-0FDD-DC42-885B-0D810F5886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1984" r="58083" b="52922"/>
            <a:stretch/>
          </p:blipFill>
          <p:spPr>
            <a:xfrm>
              <a:off x="29135" y="2237022"/>
              <a:ext cx="521840" cy="576000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CA6FD693-2BC8-CD45-AAC1-B614337835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8083" b="52503"/>
            <a:stretch/>
          </p:blipFill>
          <p:spPr>
            <a:xfrm>
              <a:off x="29135" y="3578396"/>
              <a:ext cx="495440" cy="576000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11CFFA9-B74F-2342-8A39-7BB4B210D2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52503" r="60164"/>
            <a:stretch/>
          </p:blipFill>
          <p:spPr>
            <a:xfrm>
              <a:off x="54631" y="2904752"/>
              <a:ext cx="470848" cy="576000"/>
            </a:xfrm>
            <a:prstGeom prst="rect">
              <a:avLst/>
            </a:prstGeom>
          </p:spPr>
        </p:pic>
        <p:pic>
          <p:nvPicPr>
            <p:cNvPr id="47" name="图形 46" descr="照相机">
              <a:extLst>
                <a:ext uri="{FF2B5EF4-FFF2-40B4-BE49-F238E27FC236}">
                  <a16:creationId xmlns:a16="http://schemas.microsoft.com/office/drawing/2014/main" id="{CC3EC42B-52AD-024F-9B0C-2CBC61149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685522" y="1650497"/>
              <a:ext cx="539583" cy="540000"/>
            </a:xfrm>
            <a:prstGeom prst="rect">
              <a:avLst/>
            </a:prstGeom>
          </p:spPr>
        </p:pic>
        <p:pic>
          <p:nvPicPr>
            <p:cNvPr id="49" name="图形 48" descr="保暖帽">
              <a:extLst>
                <a:ext uri="{FF2B5EF4-FFF2-40B4-BE49-F238E27FC236}">
                  <a16:creationId xmlns:a16="http://schemas.microsoft.com/office/drawing/2014/main" id="{B235DBAA-2AF5-9348-9140-0D9735B9A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027462" y="1650497"/>
              <a:ext cx="539583" cy="540000"/>
            </a:xfrm>
            <a:prstGeom prst="rect">
              <a:avLst/>
            </a:prstGeom>
          </p:spPr>
        </p:pic>
        <p:pic>
          <p:nvPicPr>
            <p:cNvPr id="52" name="图形 51">
              <a:extLst>
                <a:ext uri="{FF2B5EF4-FFF2-40B4-BE49-F238E27FC236}">
                  <a16:creationId xmlns:a16="http://schemas.microsoft.com/office/drawing/2014/main" id="{DF6C9359-FBAC-AB42-8E3B-DE986F92F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rcRect/>
            <a:stretch/>
          </p:blipFill>
          <p:spPr>
            <a:xfrm>
              <a:off x="4136704" y="1650705"/>
              <a:ext cx="539583" cy="539583"/>
            </a:xfrm>
            <a:prstGeom prst="rect">
              <a:avLst/>
            </a:prstGeom>
          </p:spPr>
        </p:pic>
        <p:pic>
          <p:nvPicPr>
            <p:cNvPr id="53" name="图形 52" descr="眼镜">
              <a:extLst>
                <a:ext uri="{FF2B5EF4-FFF2-40B4-BE49-F238E27FC236}">
                  <a16:creationId xmlns:a16="http://schemas.microsoft.com/office/drawing/2014/main" id="{DAB7D1A3-8858-0E48-B2C9-8B77690B2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1350305" y="1650497"/>
              <a:ext cx="539583" cy="540000"/>
            </a:xfrm>
            <a:prstGeom prst="rect">
              <a:avLst/>
            </a:prstGeom>
          </p:spPr>
        </p:pic>
        <p:pic>
          <p:nvPicPr>
            <p:cNvPr id="1058" name="Picture 34">
              <a:extLst>
                <a:ext uri="{FF2B5EF4-FFF2-40B4-BE49-F238E27FC236}">
                  <a16:creationId xmlns:a16="http://schemas.microsoft.com/office/drawing/2014/main" id="{9F419FE3-841D-E944-BFDE-130A1D9E70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" y="4225242"/>
              <a:ext cx="576000" cy="57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C66F14D6-0F6A-B647-9D24-968A4735880C}"/>
                </a:ext>
              </a:extLst>
            </p:cNvPr>
            <p:cNvSpPr/>
            <p:nvPr/>
          </p:nvSpPr>
          <p:spPr>
            <a:xfrm>
              <a:off x="659252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B6BE59F-04E0-044E-9111-2B0B47534284}"/>
                </a:ext>
              </a:extLst>
            </p:cNvPr>
            <p:cNvSpPr/>
            <p:nvPr/>
          </p:nvSpPr>
          <p:spPr>
            <a:xfrm>
              <a:off x="1328268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67C6A4C-E397-CE41-AD30-370F48EDDD40}"/>
                </a:ext>
              </a:extLst>
            </p:cNvPr>
            <p:cNvSpPr/>
            <p:nvPr/>
          </p:nvSpPr>
          <p:spPr>
            <a:xfrm>
              <a:off x="1997284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87" name="图形 86" descr="剪刀">
              <a:extLst>
                <a:ext uri="{FF2B5EF4-FFF2-40B4-BE49-F238E27FC236}">
                  <a16:creationId xmlns:a16="http://schemas.microsoft.com/office/drawing/2014/main" id="{90A5B080-24C6-704C-BF61-7512A1F2A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4801487" y="1650497"/>
              <a:ext cx="539583" cy="540000"/>
            </a:xfrm>
            <a:prstGeom prst="rect">
              <a:avLst/>
            </a:prstGeom>
          </p:spPr>
        </p:pic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B08A4F0B-C84D-0F45-9873-A8193177633C}"/>
                </a:ext>
              </a:extLst>
            </p:cNvPr>
            <p:cNvSpPr/>
            <p:nvPr/>
          </p:nvSpPr>
          <p:spPr>
            <a:xfrm>
              <a:off x="2666299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1764AC26-055E-2143-A9E3-BE56170EF3B9}"/>
                </a:ext>
              </a:extLst>
            </p:cNvPr>
            <p:cNvSpPr/>
            <p:nvPr/>
          </p:nvSpPr>
          <p:spPr>
            <a:xfrm>
              <a:off x="2666299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5C5DD961-D82D-5D4C-80D2-2A305352F920}"/>
                </a:ext>
              </a:extLst>
            </p:cNvPr>
            <p:cNvSpPr/>
            <p:nvPr/>
          </p:nvSpPr>
          <p:spPr>
            <a:xfrm>
              <a:off x="2666299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4" name="图形 93">
              <a:extLst>
                <a:ext uri="{FF2B5EF4-FFF2-40B4-BE49-F238E27FC236}">
                  <a16:creationId xmlns:a16="http://schemas.microsoft.com/office/drawing/2014/main" id="{282F0D59-33BD-6E43-84BE-48FA1512F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rcRect/>
            <a:stretch/>
          </p:blipFill>
          <p:spPr>
            <a:xfrm>
              <a:off x="2690421" y="1650705"/>
              <a:ext cx="539583" cy="539583"/>
            </a:xfrm>
            <a:prstGeom prst="rect">
              <a:avLst/>
            </a:prstGeom>
          </p:spPr>
        </p:pic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DFFA595D-BD0A-1542-B233-8A899848FB4E}"/>
                </a:ext>
              </a:extLst>
            </p:cNvPr>
            <p:cNvSpPr/>
            <p:nvPr/>
          </p:nvSpPr>
          <p:spPr>
            <a:xfrm>
              <a:off x="2666299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1C55940A-71DD-CC41-8074-990AF4171BC5}"/>
                </a:ext>
              </a:extLst>
            </p:cNvPr>
            <p:cNvSpPr/>
            <p:nvPr/>
          </p:nvSpPr>
          <p:spPr>
            <a:xfrm>
              <a:off x="4108035" y="223110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F226544E-440D-4047-BE41-39FF13144D2C}"/>
                </a:ext>
              </a:extLst>
            </p:cNvPr>
            <p:cNvSpPr/>
            <p:nvPr/>
          </p:nvSpPr>
          <p:spPr>
            <a:xfrm>
              <a:off x="4108035" y="289883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B38EA365-AE3B-154F-8FD2-D17D29AF58B6}"/>
                </a:ext>
              </a:extLst>
            </p:cNvPr>
            <p:cNvSpPr/>
            <p:nvPr/>
          </p:nvSpPr>
          <p:spPr>
            <a:xfrm>
              <a:off x="4108035" y="356656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C5B13E71-B020-AB4A-A2BF-BCCDCD6DC95A}"/>
                </a:ext>
              </a:extLst>
            </p:cNvPr>
            <p:cNvSpPr/>
            <p:nvPr/>
          </p:nvSpPr>
          <p:spPr>
            <a:xfrm>
              <a:off x="4108035" y="423561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E20DBBA1-7A91-1D4F-8FE0-47A9B67CE6B2}"/>
                </a:ext>
              </a:extLst>
            </p:cNvPr>
            <p:cNvSpPr/>
            <p:nvPr/>
          </p:nvSpPr>
          <p:spPr>
            <a:xfrm>
              <a:off x="4777365" y="223110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9D14F00-D671-1E43-A170-76E0D72D5F47}"/>
                </a:ext>
              </a:extLst>
            </p:cNvPr>
            <p:cNvSpPr/>
            <p:nvPr/>
          </p:nvSpPr>
          <p:spPr>
            <a:xfrm>
              <a:off x="4777365" y="289883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8D0B79B-3648-AF4E-88A9-D70AC9981898}"/>
                </a:ext>
              </a:extLst>
            </p:cNvPr>
            <p:cNvSpPr/>
            <p:nvPr/>
          </p:nvSpPr>
          <p:spPr>
            <a:xfrm>
              <a:off x="4777365" y="356656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EDC3A6D5-99BF-6542-B2CB-EC0197832B24}"/>
                </a:ext>
              </a:extLst>
            </p:cNvPr>
            <p:cNvSpPr/>
            <p:nvPr/>
          </p:nvSpPr>
          <p:spPr>
            <a:xfrm>
              <a:off x="4777365" y="423561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01793F2E-043E-9D4D-B0EA-D1B2847B7DE4}"/>
                </a:ext>
              </a:extLst>
            </p:cNvPr>
            <p:cNvSpPr/>
            <p:nvPr/>
          </p:nvSpPr>
          <p:spPr>
            <a:xfrm>
              <a:off x="659252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2AC2BFC2-8806-3B4E-8917-8036DE7BBB09}"/>
                </a:ext>
              </a:extLst>
            </p:cNvPr>
            <p:cNvSpPr/>
            <p:nvPr/>
          </p:nvSpPr>
          <p:spPr>
            <a:xfrm>
              <a:off x="1328268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1F45C52-E7C5-6743-80C4-EE08192BE74D}"/>
                </a:ext>
              </a:extLst>
            </p:cNvPr>
            <p:cNvSpPr/>
            <p:nvPr/>
          </p:nvSpPr>
          <p:spPr>
            <a:xfrm>
              <a:off x="1997284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9D800D1E-E90C-5B40-9229-7E732E7D75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57202" t="52503"/>
            <a:stretch/>
          </p:blipFill>
          <p:spPr>
            <a:xfrm>
              <a:off x="36822" y="5660460"/>
              <a:ext cx="505856" cy="576000"/>
            </a:xfrm>
            <a:prstGeom prst="rect">
              <a:avLst/>
            </a:prstGeom>
          </p:spPr>
        </p:pic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DA152820-74FD-564E-B663-7E20FA304CA0}"/>
                </a:ext>
              </a:extLst>
            </p:cNvPr>
            <p:cNvSpPr/>
            <p:nvPr/>
          </p:nvSpPr>
          <p:spPr>
            <a:xfrm>
              <a:off x="659252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FDBD9D0B-5062-4641-B932-14859DA75704}"/>
                </a:ext>
              </a:extLst>
            </p:cNvPr>
            <p:cNvSpPr/>
            <p:nvPr/>
          </p:nvSpPr>
          <p:spPr>
            <a:xfrm>
              <a:off x="1328268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245EAE65-02B5-4448-8169-ECC8EC736B23}"/>
                </a:ext>
              </a:extLst>
            </p:cNvPr>
            <p:cNvSpPr/>
            <p:nvPr/>
          </p:nvSpPr>
          <p:spPr>
            <a:xfrm>
              <a:off x="1997284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D6685468-607E-A045-89C7-67645CC5F9AA}"/>
                </a:ext>
              </a:extLst>
            </p:cNvPr>
            <p:cNvSpPr/>
            <p:nvPr/>
          </p:nvSpPr>
          <p:spPr>
            <a:xfrm>
              <a:off x="2666299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C5D9D3D0-F149-1C40-9A35-F5664CB28853}"/>
                </a:ext>
              </a:extLst>
            </p:cNvPr>
            <p:cNvSpPr/>
            <p:nvPr/>
          </p:nvSpPr>
          <p:spPr>
            <a:xfrm>
              <a:off x="2666299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9" name="Picture 4">
              <a:extLst>
                <a:ext uri="{FF2B5EF4-FFF2-40B4-BE49-F238E27FC236}">
                  <a16:creationId xmlns:a16="http://schemas.microsoft.com/office/drawing/2014/main" id="{15B59CB3-BD9E-484A-9888-3C0E5485F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086" y="6248288"/>
              <a:ext cx="615671" cy="75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5F8CF763-0704-9D4B-A7EE-46C1E25EBC75}"/>
                </a:ext>
              </a:extLst>
            </p:cNvPr>
            <p:cNvSpPr/>
            <p:nvPr/>
          </p:nvSpPr>
          <p:spPr>
            <a:xfrm>
              <a:off x="4108035" y="566046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72CF503F-65AD-4640-BA53-94F285E8DBEC}"/>
                </a:ext>
              </a:extLst>
            </p:cNvPr>
            <p:cNvSpPr/>
            <p:nvPr/>
          </p:nvSpPr>
          <p:spPr>
            <a:xfrm>
              <a:off x="4108035" y="632819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A935B0B2-48A1-2141-BB57-A87C537DD9DD}"/>
                </a:ext>
              </a:extLst>
            </p:cNvPr>
            <p:cNvSpPr/>
            <p:nvPr/>
          </p:nvSpPr>
          <p:spPr>
            <a:xfrm>
              <a:off x="4777365" y="566046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491A6044-307E-A24C-8372-33BB1AF519F9}"/>
                </a:ext>
              </a:extLst>
            </p:cNvPr>
            <p:cNvSpPr/>
            <p:nvPr/>
          </p:nvSpPr>
          <p:spPr>
            <a:xfrm>
              <a:off x="4777365" y="632819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26" name="图片 125">
              <a:extLst>
                <a:ext uri="{FF2B5EF4-FFF2-40B4-BE49-F238E27FC236}">
                  <a16:creationId xmlns:a16="http://schemas.microsoft.com/office/drawing/2014/main" id="{59352A72-5C10-6B47-8BF6-3C8083163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grayscl/>
            </a:blip>
            <a:stretch>
              <a:fillRect/>
            </a:stretch>
          </p:blipFill>
          <p:spPr>
            <a:xfrm>
              <a:off x="4227335" y="3018138"/>
              <a:ext cx="349227" cy="349227"/>
            </a:xfrm>
            <a:prstGeom prst="rect">
              <a:avLst/>
            </a:prstGeom>
          </p:spPr>
        </p:pic>
        <p:pic>
          <p:nvPicPr>
            <p:cNvPr id="127" name="图片 126">
              <a:extLst>
                <a:ext uri="{FF2B5EF4-FFF2-40B4-BE49-F238E27FC236}">
                  <a16:creationId xmlns:a16="http://schemas.microsoft.com/office/drawing/2014/main" id="{6817FAFD-2AFC-1F43-A247-6D8601669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grayscl/>
            </a:blip>
            <a:stretch>
              <a:fillRect/>
            </a:stretch>
          </p:blipFill>
          <p:spPr>
            <a:xfrm>
              <a:off x="1439267" y="4358309"/>
              <a:ext cx="349227" cy="349227"/>
            </a:xfrm>
            <a:prstGeom prst="rect">
              <a:avLst/>
            </a:prstGeom>
          </p:spPr>
        </p:pic>
        <p:pic>
          <p:nvPicPr>
            <p:cNvPr id="128" name="图片 127">
              <a:extLst>
                <a:ext uri="{FF2B5EF4-FFF2-40B4-BE49-F238E27FC236}">
                  <a16:creationId xmlns:a16="http://schemas.microsoft.com/office/drawing/2014/main" id="{4730F89F-7278-034C-8BEA-53B1C0722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0">
              <a:grayscl/>
            </a:blip>
            <a:stretch>
              <a:fillRect/>
            </a:stretch>
          </p:blipFill>
          <p:spPr>
            <a:xfrm>
              <a:off x="2120922" y="3018138"/>
              <a:ext cx="349227" cy="349227"/>
            </a:xfrm>
            <a:prstGeom prst="rect">
              <a:avLst/>
            </a:prstGeom>
          </p:spPr>
        </p:pic>
        <p:pic>
          <p:nvPicPr>
            <p:cNvPr id="129" name="图片 128">
              <a:extLst>
                <a:ext uri="{FF2B5EF4-FFF2-40B4-BE49-F238E27FC236}">
                  <a16:creationId xmlns:a16="http://schemas.microsoft.com/office/drawing/2014/main" id="{CE3BB579-E6C4-8F42-9B28-7E39AC297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grayscl/>
            </a:blip>
            <a:stretch>
              <a:fillRect/>
            </a:stretch>
          </p:blipFill>
          <p:spPr>
            <a:xfrm>
              <a:off x="4896664" y="5781451"/>
              <a:ext cx="349227" cy="349227"/>
            </a:xfrm>
            <a:prstGeom prst="rect">
              <a:avLst/>
            </a:prstGeom>
          </p:spPr>
        </p:pic>
        <p:pic>
          <p:nvPicPr>
            <p:cNvPr id="130" name="图片 129">
              <a:extLst>
                <a:ext uri="{FF2B5EF4-FFF2-40B4-BE49-F238E27FC236}">
                  <a16:creationId xmlns:a16="http://schemas.microsoft.com/office/drawing/2014/main" id="{9DFEBDA8-3D77-4945-88BE-6D00B19C7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grayscl/>
            </a:blip>
            <a:stretch>
              <a:fillRect/>
            </a:stretch>
          </p:blipFill>
          <p:spPr>
            <a:xfrm>
              <a:off x="2788694" y="3685868"/>
              <a:ext cx="349227" cy="349227"/>
            </a:xfrm>
            <a:prstGeom prst="rect">
              <a:avLst/>
            </a:prstGeom>
          </p:spPr>
        </p:pic>
        <p:pic>
          <p:nvPicPr>
            <p:cNvPr id="131" name="图片 130">
              <a:extLst>
                <a:ext uri="{FF2B5EF4-FFF2-40B4-BE49-F238E27FC236}">
                  <a16:creationId xmlns:a16="http://schemas.microsoft.com/office/drawing/2014/main" id="{9CB346C3-22AA-5B46-9FCF-AFADD798B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grayscl/>
            </a:blip>
            <a:stretch>
              <a:fillRect/>
            </a:stretch>
          </p:blipFill>
          <p:spPr>
            <a:xfrm>
              <a:off x="1449737" y="3018138"/>
              <a:ext cx="349227" cy="349227"/>
            </a:xfrm>
            <a:prstGeom prst="rect">
              <a:avLst/>
            </a:prstGeom>
          </p:spPr>
        </p:pic>
        <p:pic>
          <p:nvPicPr>
            <p:cNvPr id="132" name="图片 131">
              <a:extLst>
                <a:ext uri="{FF2B5EF4-FFF2-40B4-BE49-F238E27FC236}">
                  <a16:creationId xmlns:a16="http://schemas.microsoft.com/office/drawing/2014/main" id="{F9425327-D968-9F4E-A15B-491C51469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grayscl/>
            </a:blip>
            <a:stretch>
              <a:fillRect/>
            </a:stretch>
          </p:blipFill>
          <p:spPr>
            <a:xfrm>
              <a:off x="2792829" y="6447490"/>
              <a:ext cx="349227" cy="349227"/>
            </a:xfrm>
            <a:prstGeom prst="rect">
              <a:avLst/>
            </a:prstGeom>
          </p:spPr>
        </p:pic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32563B-54BE-C847-B49C-D9227FDBA3F6}"/>
                </a:ext>
              </a:extLst>
            </p:cNvPr>
            <p:cNvSpPr txBox="1"/>
            <p:nvPr/>
          </p:nvSpPr>
          <p:spPr>
            <a:xfrm>
              <a:off x="3319536" y="2168180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2981A8A6-9CD5-334C-8A99-82902BC92522}"/>
                </a:ext>
              </a:extLst>
            </p:cNvPr>
            <p:cNvSpPr txBox="1"/>
            <p:nvPr/>
          </p:nvSpPr>
          <p:spPr>
            <a:xfrm>
              <a:off x="3319536" y="2832320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C355ADE-F9AB-D347-9175-B165E1425941}"/>
                </a:ext>
              </a:extLst>
            </p:cNvPr>
            <p:cNvSpPr txBox="1"/>
            <p:nvPr/>
          </p:nvSpPr>
          <p:spPr>
            <a:xfrm>
              <a:off x="3319536" y="3506538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0E7FFC93-49F0-254A-B6A0-5BCC7DD3D301}"/>
                </a:ext>
              </a:extLst>
            </p:cNvPr>
            <p:cNvSpPr txBox="1"/>
            <p:nvPr/>
          </p:nvSpPr>
          <p:spPr>
            <a:xfrm>
              <a:off x="3319536" y="4177620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DCD735E3-A236-934D-89CD-576C2D9180E2}"/>
                </a:ext>
              </a:extLst>
            </p:cNvPr>
            <p:cNvSpPr txBox="1"/>
            <p:nvPr/>
          </p:nvSpPr>
          <p:spPr>
            <a:xfrm>
              <a:off x="3319536" y="5598471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9ABC0DF3-DAEC-EA48-AA5E-DE3CE25FF630}"/>
                </a:ext>
              </a:extLst>
            </p:cNvPr>
            <p:cNvSpPr txBox="1"/>
            <p:nvPr/>
          </p:nvSpPr>
          <p:spPr>
            <a:xfrm>
              <a:off x="3319536" y="6269553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ADB903D7-351A-AE4F-9689-9371F2B6EA31}"/>
                </a:ext>
              </a:extLst>
            </p:cNvPr>
            <p:cNvSpPr txBox="1"/>
            <p:nvPr/>
          </p:nvSpPr>
          <p:spPr>
            <a:xfrm rot="16200000">
              <a:off x="561064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CB23A41F-3395-EC44-B04C-A4E381A313D5}"/>
                </a:ext>
              </a:extLst>
            </p:cNvPr>
            <p:cNvSpPr txBox="1"/>
            <p:nvPr/>
          </p:nvSpPr>
          <p:spPr>
            <a:xfrm rot="16200000">
              <a:off x="1225204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7AF7C8AD-4116-E34A-B9AB-A8D22D52F69C}"/>
                </a:ext>
              </a:extLst>
            </p:cNvPr>
            <p:cNvSpPr txBox="1"/>
            <p:nvPr/>
          </p:nvSpPr>
          <p:spPr>
            <a:xfrm rot="16200000">
              <a:off x="1899422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741D6BA-695E-A84E-A031-090AC9A68175}"/>
                </a:ext>
              </a:extLst>
            </p:cNvPr>
            <p:cNvSpPr txBox="1"/>
            <p:nvPr/>
          </p:nvSpPr>
          <p:spPr>
            <a:xfrm rot="16200000">
              <a:off x="2570504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04B0CF36-25AA-BC46-8543-AC1810649145}"/>
                </a:ext>
              </a:extLst>
            </p:cNvPr>
            <p:cNvSpPr txBox="1"/>
            <p:nvPr/>
          </p:nvSpPr>
          <p:spPr>
            <a:xfrm rot="16200000">
              <a:off x="3991355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87F4B039-BD6F-7945-9952-4E1A4EB58479}"/>
                </a:ext>
              </a:extLst>
            </p:cNvPr>
            <p:cNvSpPr txBox="1"/>
            <p:nvPr/>
          </p:nvSpPr>
          <p:spPr>
            <a:xfrm rot="16200000">
              <a:off x="4662437" y="487108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pic>
          <p:nvPicPr>
            <p:cNvPr id="188" name="图片 187">
              <a:extLst>
                <a:ext uri="{FF2B5EF4-FFF2-40B4-BE49-F238E27FC236}">
                  <a16:creationId xmlns:a16="http://schemas.microsoft.com/office/drawing/2014/main" id="{5C3C129C-361F-1045-811A-91F5EEEBF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grayscl/>
            </a:blip>
            <a:stretch>
              <a:fillRect/>
            </a:stretch>
          </p:blipFill>
          <p:spPr>
            <a:xfrm>
              <a:off x="4896671" y="4359052"/>
              <a:ext cx="349227" cy="349227"/>
            </a:xfrm>
            <a:prstGeom prst="rect">
              <a:avLst/>
            </a:prstGeom>
          </p:spPr>
        </p:pic>
      </p:grpSp>
      <p:pic>
        <p:nvPicPr>
          <p:cNvPr id="189" name="图形 188" descr="剪刀">
            <a:extLst>
              <a:ext uri="{FF2B5EF4-FFF2-40B4-BE49-F238E27FC236}">
                <a16:creationId xmlns:a16="http://schemas.microsoft.com/office/drawing/2014/main" id="{3D98C06E-5686-DE44-A1EE-2C9D8C08EF8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1251631" y="802757"/>
            <a:ext cx="539583" cy="540000"/>
          </a:xfrm>
          <a:prstGeom prst="rect">
            <a:avLst/>
          </a:prstGeom>
        </p:spPr>
      </p:pic>
      <p:pic>
        <p:nvPicPr>
          <p:cNvPr id="190" name="图形 189" descr="剪刀">
            <a:extLst>
              <a:ext uri="{FF2B5EF4-FFF2-40B4-BE49-F238E27FC236}">
                <a16:creationId xmlns:a16="http://schemas.microsoft.com/office/drawing/2014/main" id="{BDED1B70-AAA7-5645-B9B1-7ACD1FCC1958}"/>
              </a:ext>
            </a:extLst>
          </p:cNvPr>
          <p:cNvPicPr>
            <a:picLocks noChangeAspect="1"/>
          </p:cNvPicPr>
          <p:nvPr/>
        </p:nvPicPr>
        <p:blipFill>
          <a:blip r:embed="rId3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7"/>
              </a:ext>
            </a:extLst>
          </a:blip>
          <a:stretch>
            <a:fillRect/>
          </a:stretch>
        </p:blipFill>
        <p:spPr>
          <a:xfrm>
            <a:off x="13918074" y="85134"/>
            <a:ext cx="539583" cy="540000"/>
          </a:xfrm>
          <a:prstGeom prst="rect">
            <a:avLst/>
          </a:prstGeom>
        </p:spPr>
      </p:pic>
      <p:sp>
        <p:nvSpPr>
          <p:cNvPr id="191" name="文本框 190">
            <a:extLst>
              <a:ext uri="{FF2B5EF4-FFF2-40B4-BE49-F238E27FC236}">
                <a16:creationId xmlns:a16="http://schemas.microsoft.com/office/drawing/2014/main" id="{99EA0359-DF39-C240-921D-6191D3522762}"/>
              </a:ext>
            </a:extLst>
          </p:cNvPr>
          <p:cNvSpPr txBox="1"/>
          <p:nvPr/>
        </p:nvSpPr>
        <p:spPr>
          <a:xfrm>
            <a:off x="11835031" y="78475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384A2E64-296C-3C4B-BC70-8DC7536DD869}"/>
              </a:ext>
            </a:extLst>
          </p:cNvPr>
          <p:cNvSpPr txBox="1"/>
          <p:nvPr/>
        </p:nvSpPr>
        <p:spPr>
          <a:xfrm>
            <a:off x="11242577" y="-5790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71C73E9C-94BB-F24C-BF7A-012A5CDE5EC4}"/>
              </a:ext>
            </a:extLst>
          </p:cNvPr>
          <p:cNvSpPr txBox="1"/>
          <p:nvPr/>
        </p:nvSpPr>
        <p:spPr>
          <a:xfrm>
            <a:off x="14522211" y="8513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4" name="燕尾形箭头 193">
            <a:extLst>
              <a:ext uri="{FF2B5EF4-FFF2-40B4-BE49-F238E27FC236}">
                <a16:creationId xmlns:a16="http://schemas.microsoft.com/office/drawing/2014/main" id="{05B0EB4A-5886-DC45-ADAE-BA799D7BECD1}"/>
              </a:ext>
            </a:extLst>
          </p:cNvPr>
          <p:cNvSpPr>
            <a:spLocks noChangeAspect="1"/>
          </p:cNvSpPr>
          <p:nvPr/>
        </p:nvSpPr>
        <p:spPr>
          <a:xfrm>
            <a:off x="15884780" y="3502699"/>
            <a:ext cx="1098117" cy="721439"/>
          </a:xfrm>
          <a:prstGeom prst="notchedRightArrow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5" name="圆角矩形 194">
            <a:extLst>
              <a:ext uri="{FF2B5EF4-FFF2-40B4-BE49-F238E27FC236}">
                <a16:creationId xmlns:a16="http://schemas.microsoft.com/office/drawing/2014/main" id="{E1462809-7E30-FE44-9FD7-9C93C7BC1B9A}"/>
              </a:ext>
            </a:extLst>
          </p:cNvPr>
          <p:cNvSpPr/>
          <p:nvPr/>
        </p:nvSpPr>
        <p:spPr>
          <a:xfrm>
            <a:off x="17253449" y="1582123"/>
            <a:ext cx="1484050" cy="425116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chemeClr val="tx1"/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6" name="图片 195">
            <a:extLst>
              <a:ext uri="{FF2B5EF4-FFF2-40B4-BE49-F238E27FC236}">
                <a16:creationId xmlns:a16="http://schemas.microsoft.com/office/drawing/2014/main" id="{A8A20C85-4BF6-034D-9C1D-8D9CC7CA14E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503" r="60164"/>
          <a:stretch/>
        </p:blipFill>
        <p:spPr>
          <a:xfrm>
            <a:off x="17412333" y="2334950"/>
            <a:ext cx="470848" cy="576000"/>
          </a:xfrm>
          <a:prstGeom prst="rect">
            <a:avLst/>
          </a:prstGeom>
        </p:spPr>
      </p:pic>
      <p:pic>
        <p:nvPicPr>
          <p:cNvPr id="197" name="Picture 34">
            <a:extLst>
              <a:ext uri="{FF2B5EF4-FFF2-40B4-BE49-F238E27FC236}">
                <a16:creationId xmlns:a16="http://schemas.microsoft.com/office/drawing/2014/main" id="{285634AE-2CB8-DE4D-9D29-D4091F752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74969" y="3765819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Picture 4">
            <a:extLst>
              <a:ext uri="{FF2B5EF4-FFF2-40B4-BE49-F238E27FC236}">
                <a16:creationId xmlns:a16="http://schemas.microsoft.com/office/drawing/2014/main" id="{D20B6B41-FAEF-B142-BEEF-B5A18AA15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355149" y="5066065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图形 200">
            <a:extLst>
              <a:ext uri="{FF2B5EF4-FFF2-40B4-BE49-F238E27FC236}">
                <a16:creationId xmlns:a16="http://schemas.microsoft.com/office/drawing/2014/main" id="{BF445127-EB1E-A340-9F76-7921B20C17AF}"/>
              </a:ext>
            </a:extLst>
          </p:cNvPr>
          <p:cNvPicPr>
            <a:picLocks noChangeAspect="1"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rcRect/>
          <a:stretch/>
        </p:blipFill>
        <p:spPr>
          <a:xfrm>
            <a:off x="18037148" y="2353164"/>
            <a:ext cx="539583" cy="539583"/>
          </a:xfrm>
          <a:prstGeom prst="rect">
            <a:avLst/>
          </a:prstGeom>
        </p:spPr>
      </p:pic>
      <p:pic>
        <p:nvPicPr>
          <p:cNvPr id="202" name="图形 201">
            <a:extLst>
              <a:ext uri="{FF2B5EF4-FFF2-40B4-BE49-F238E27FC236}">
                <a16:creationId xmlns:a16="http://schemas.microsoft.com/office/drawing/2014/main" id="{18B66DE2-AFBB-7D44-BFB3-EFFEDD464369}"/>
              </a:ext>
            </a:extLst>
          </p:cNvPr>
          <p:cNvPicPr>
            <a:picLocks noChangeAspect="1"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rcRect/>
          <a:stretch/>
        </p:blipFill>
        <p:spPr>
          <a:xfrm>
            <a:off x="18046428" y="3784033"/>
            <a:ext cx="539583" cy="539583"/>
          </a:xfrm>
          <a:prstGeom prst="rect">
            <a:avLst/>
          </a:prstGeom>
        </p:spPr>
      </p:pic>
      <p:pic>
        <p:nvPicPr>
          <p:cNvPr id="203" name="图形 202">
            <a:extLst>
              <a:ext uri="{FF2B5EF4-FFF2-40B4-BE49-F238E27FC236}">
                <a16:creationId xmlns:a16="http://schemas.microsoft.com/office/drawing/2014/main" id="{3A02F6BC-9F7A-3748-B8CC-3A3AFD02894E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18046428" y="5174289"/>
            <a:ext cx="539583" cy="539583"/>
          </a:xfrm>
          <a:prstGeom prst="rect">
            <a:avLst/>
          </a:prstGeom>
        </p:spPr>
      </p:pic>
      <p:pic>
        <p:nvPicPr>
          <p:cNvPr id="207" name="图片 206">
            <a:extLst>
              <a:ext uri="{FF2B5EF4-FFF2-40B4-BE49-F238E27FC236}">
                <a16:creationId xmlns:a16="http://schemas.microsoft.com/office/drawing/2014/main" id="{F192DF75-6BC5-094C-AE32-86FBF8BBC3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84" r="58083" b="52922"/>
          <a:stretch/>
        </p:blipFill>
        <p:spPr>
          <a:xfrm>
            <a:off x="17386837" y="1662327"/>
            <a:ext cx="521840" cy="576000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CCBF7397-F33A-7C4F-A7CA-4D04D4D12F0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083" b="52503"/>
          <a:stretch/>
        </p:blipFill>
        <p:spPr>
          <a:xfrm>
            <a:off x="17400037" y="3052573"/>
            <a:ext cx="495440" cy="576000"/>
          </a:xfrm>
          <a:prstGeom prst="rect">
            <a:avLst/>
          </a:prstGeom>
        </p:spPr>
      </p:pic>
      <p:pic>
        <p:nvPicPr>
          <p:cNvPr id="209" name="图片 208">
            <a:extLst>
              <a:ext uri="{FF2B5EF4-FFF2-40B4-BE49-F238E27FC236}">
                <a16:creationId xmlns:a16="http://schemas.microsoft.com/office/drawing/2014/main" id="{8C172B92-001F-E546-81CB-D4BD5B95D55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202" t="52503"/>
          <a:stretch/>
        </p:blipFill>
        <p:spPr>
          <a:xfrm>
            <a:off x="17410041" y="4438442"/>
            <a:ext cx="505856" cy="576000"/>
          </a:xfrm>
          <a:prstGeom prst="rect">
            <a:avLst/>
          </a:prstGeom>
        </p:spPr>
      </p:pic>
      <p:pic>
        <p:nvPicPr>
          <p:cNvPr id="210" name="图形 209">
            <a:extLst>
              <a:ext uri="{FF2B5EF4-FFF2-40B4-BE49-F238E27FC236}">
                <a16:creationId xmlns:a16="http://schemas.microsoft.com/office/drawing/2014/main" id="{D69862D5-883A-F549-8B5F-83E245A13CB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18037148" y="1680541"/>
            <a:ext cx="539583" cy="539583"/>
          </a:xfrm>
          <a:prstGeom prst="rect">
            <a:avLst/>
          </a:prstGeom>
        </p:spPr>
      </p:pic>
      <p:pic>
        <p:nvPicPr>
          <p:cNvPr id="211" name="图形 210">
            <a:extLst>
              <a:ext uri="{FF2B5EF4-FFF2-40B4-BE49-F238E27FC236}">
                <a16:creationId xmlns:a16="http://schemas.microsoft.com/office/drawing/2014/main" id="{2E883083-3C74-5245-A9C4-4563D74721E7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18046711" y="3070797"/>
            <a:ext cx="539583" cy="539583"/>
          </a:xfrm>
          <a:prstGeom prst="rect">
            <a:avLst/>
          </a:prstGeom>
        </p:spPr>
      </p:pic>
      <p:pic>
        <p:nvPicPr>
          <p:cNvPr id="213" name="图形 212">
            <a:extLst>
              <a:ext uri="{FF2B5EF4-FFF2-40B4-BE49-F238E27FC236}">
                <a16:creationId xmlns:a16="http://schemas.microsoft.com/office/drawing/2014/main" id="{DCB09766-3FF8-1640-9923-D39DF60F66A4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18036093" y="4456656"/>
            <a:ext cx="539583" cy="539583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1C5CFA11-E445-D245-8EB5-A5808D2E2A1B}"/>
              </a:ext>
            </a:extLst>
          </p:cNvPr>
          <p:cNvSpPr txBox="1"/>
          <p:nvPr/>
        </p:nvSpPr>
        <p:spPr>
          <a:xfrm>
            <a:off x="9857707" y="-699258"/>
            <a:ext cx="5367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solidFill>
                  <a:srgbClr val="961213"/>
                </a:solidFill>
                <a:latin typeface="Telugu MN" pitchFamily="2" charset="0"/>
                <a:cs typeface="Telugu MN" pitchFamily="2" charset="0"/>
              </a:rPr>
              <a:t>Positive Samples</a:t>
            </a:r>
            <a:endParaRPr kumimoji="1" lang="zh-CN" altLang="en-US" sz="2800" dirty="0">
              <a:solidFill>
                <a:srgbClr val="961213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18" name="燕尾形箭头 217">
            <a:extLst>
              <a:ext uri="{FF2B5EF4-FFF2-40B4-BE49-F238E27FC236}">
                <a16:creationId xmlns:a16="http://schemas.microsoft.com/office/drawing/2014/main" id="{7016F210-78E2-5647-9754-4206CBA80FF2}"/>
              </a:ext>
            </a:extLst>
          </p:cNvPr>
          <p:cNvSpPr>
            <a:spLocks noChangeAspect="1"/>
          </p:cNvSpPr>
          <p:nvPr/>
        </p:nvSpPr>
        <p:spPr>
          <a:xfrm rot="5400000">
            <a:off x="12176674" y="1774933"/>
            <a:ext cx="709604" cy="456929"/>
          </a:xfrm>
          <a:prstGeom prst="notchedRightArrow">
            <a:avLst/>
          </a:prstGeom>
          <a:solidFill>
            <a:srgbClr val="C00000">
              <a:alpha val="30196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3AA50CBD-FA1C-C74D-BF32-93BD7E099178}"/>
              </a:ext>
            </a:extLst>
          </p:cNvPr>
          <p:cNvSpPr txBox="1"/>
          <p:nvPr/>
        </p:nvSpPr>
        <p:spPr>
          <a:xfrm>
            <a:off x="12944432" y="1513753"/>
            <a:ext cx="2776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Serve</a:t>
            </a:r>
            <a:r>
              <a:rPr kumimoji="1" lang="zh-CN" altLang="en-US" sz="2800" dirty="0">
                <a:latin typeface="Telugu MN" pitchFamily="2" charset="0"/>
                <a:cs typeface="Telugu MN" pitchFamily="2" charset="0"/>
              </a:rPr>
              <a:t> </a:t>
            </a:r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as </a:t>
            </a:r>
          </a:p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positive signals</a:t>
            </a:r>
            <a:endParaRPr kumimoji="1" lang="zh-CN" altLang="en-US" sz="28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20" name="燕尾形箭头 219">
            <a:extLst>
              <a:ext uri="{FF2B5EF4-FFF2-40B4-BE49-F238E27FC236}">
                <a16:creationId xmlns:a16="http://schemas.microsoft.com/office/drawing/2014/main" id="{5C958022-065D-E645-8383-695F77954FFD}"/>
              </a:ext>
            </a:extLst>
          </p:cNvPr>
          <p:cNvSpPr>
            <a:spLocks noChangeAspect="1"/>
          </p:cNvSpPr>
          <p:nvPr/>
        </p:nvSpPr>
        <p:spPr>
          <a:xfrm>
            <a:off x="7579134" y="6913418"/>
            <a:ext cx="1142978" cy="721439"/>
          </a:xfrm>
          <a:prstGeom prst="notchedRightArrow">
            <a:avLst/>
          </a:prstGeom>
          <a:solidFill>
            <a:schemeClr val="accent6">
              <a:lumMod val="20000"/>
              <a:lumOff val="80000"/>
              <a:alpha val="30196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1" name="圆角矩形 220">
            <a:extLst>
              <a:ext uri="{FF2B5EF4-FFF2-40B4-BE49-F238E27FC236}">
                <a16:creationId xmlns:a16="http://schemas.microsoft.com/office/drawing/2014/main" id="{FE237ACC-E15F-474A-B2E0-1320E4C2004D}"/>
              </a:ext>
            </a:extLst>
          </p:cNvPr>
          <p:cNvSpPr/>
          <p:nvPr/>
        </p:nvSpPr>
        <p:spPr>
          <a:xfrm>
            <a:off x="9201910" y="6232931"/>
            <a:ext cx="6673443" cy="210059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chemeClr val="accent6">
                <a:lumMod val="75000"/>
              </a:schemeClr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22" name="图片 221">
            <a:extLst>
              <a:ext uri="{FF2B5EF4-FFF2-40B4-BE49-F238E27FC236}">
                <a16:creationId xmlns:a16="http://schemas.microsoft.com/office/drawing/2014/main" id="{C976D27E-A3AB-F947-B732-F99B16EFF2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2503" r="60164"/>
          <a:stretch/>
        </p:blipFill>
        <p:spPr>
          <a:xfrm>
            <a:off x="9331934" y="7009204"/>
            <a:ext cx="470848" cy="576000"/>
          </a:xfrm>
          <a:prstGeom prst="rect">
            <a:avLst/>
          </a:prstGeom>
        </p:spPr>
      </p:pic>
      <p:pic>
        <p:nvPicPr>
          <p:cNvPr id="223" name="Picture 34">
            <a:extLst>
              <a:ext uri="{FF2B5EF4-FFF2-40B4-BE49-F238E27FC236}">
                <a16:creationId xmlns:a16="http://schemas.microsoft.com/office/drawing/2014/main" id="{E95DFEEA-81B4-584E-8048-E698AA9DF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71481" y="6313135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Picture 4">
            <a:extLst>
              <a:ext uri="{FF2B5EF4-FFF2-40B4-BE49-F238E27FC236}">
                <a16:creationId xmlns:a16="http://schemas.microsoft.com/office/drawing/2014/main" id="{35AF96A9-25BB-3844-B591-FAF45753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51661" y="7613381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图形 224">
            <a:extLst>
              <a:ext uri="{FF2B5EF4-FFF2-40B4-BE49-F238E27FC236}">
                <a16:creationId xmlns:a16="http://schemas.microsoft.com/office/drawing/2014/main" id="{BB50872F-D7B6-D84A-843A-FE75038E87EE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10607733" y="7027420"/>
            <a:ext cx="539583" cy="539583"/>
          </a:xfrm>
          <a:prstGeom prst="rect">
            <a:avLst/>
          </a:prstGeom>
        </p:spPr>
      </p:pic>
      <p:pic>
        <p:nvPicPr>
          <p:cNvPr id="227" name="图形 226">
            <a:extLst>
              <a:ext uri="{FF2B5EF4-FFF2-40B4-BE49-F238E27FC236}">
                <a16:creationId xmlns:a16="http://schemas.microsoft.com/office/drawing/2014/main" id="{698AE7D1-14EE-8246-849C-2876D5105165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9956749" y="7027420"/>
            <a:ext cx="539583" cy="539583"/>
          </a:xfrm>
          <a:prstGeom prst="rect">
            <a:avLst/>
          </a:prstGeom>
        </p:spPr>
      </p:pic>
      <p:pic>
        <p:nvPicPr>
          <p:cNvPr id="228" name="图形 227">
            <a:extLst>
              <a:ext uri="{FF2B5EF4-FFF2-40B4-BE49-F238E27FC236}">
                <a16:creationId xmlns:a16="http://schemas.microsoft.com/office/drawing/2014/main" id="{133B8DC6-82C7-014F-A515-D6F7057E960F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13242940" y="6331351"/>
            <a:ext cx="539583" cy="539583"/>
          </a:xfrm>
          <a:prstGeom prst="rect">
            <a:avLst/>
          </a:prstGeom>
        </p:spPr>
      </p:pic>
      <p:pic>
        <p:nvPicPr>
          <p:cNvPr id="229" name="图形 228">
            <a:extLst>
              <a:ext uri="{FF2B5EF4-FFF2-40B4-BE49-F238E27FC236}">
                <a16:creationId xmlns:a16="http://schemas.microsoft.com/office/drawing/2014/main" id="{31DA23B2-A212-D64F-B15C-C58EF7939CC7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13242940" y="7650158"/>
            <a:ext cx="539583" cy="539583"/>
          </a:xfrm>
          <a:prstGeom prst="rect">
            <a:avLst/>
          </a:prstGeom>
        </p:spPr>
      </p:pic>
      <p:sp>
        <p:nvSpPr>
          <p:cNvPr id="230" name="文本框 229">
            <a:extLst>
              <a:ext uri="{FF2B5EF4-FFF2-40B4-BE49-F238E27FC236}">
                <a16:creationId xmlns:a16="http://schemas.microsoft.com/office/drawing/2014/main" id="{14125481-9099-284D-9647-2E8737AAE35A}"/>
              </a:ext>
            </a:extLst>
          </p:cNvPr>
          <p:cNvSpPr txBox="1"/>
          <p:nvPr/>
        </p:nvSpPr>
        <p:spPr>
          <a:xfrm>
            <a:off x="11913692" y="703559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55254095-8E05-DE4A-B1BF-9036BEE7E9F6}"/>
              </a:ext>
            </a:extLst>
          </p:cNvPr>
          <p:cNvSpPr txBox="1"/>
          <p:nvPr/>
        </p:nvSpPr>
        <p:spPr>
          <a:xfrm>
            <a:off x="15153336" y="633952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FDB4AF88-42D2-674C-8E4C-55FFE53686C9}"/>
              </a:ext>
            </a:extLst>
          </p:cNvPr>
          <p:cNvSpPr txBox="1"/>
          <p:nvPr/>
        </p:nvSpPr>
        <p:spPr>
          <a:xfrm>
            <a:off x="15153336" y="765833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233" name="图片 232">
            <a:extLst>
              <a:ext uri="{FF2B5EF4-FFF2-40B4-BE49-F238E27FC236}">
                <a16:creationId xmlns:a16="http://schemas.microsoft.com/office/drawing/2014/main" id="{6904C520-A894-234E-AC68-0DA538E05F9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984" r="58083" b="52922"/>
          <a:stretch/>
        </p:blipFill>
        <p:spPr>
          <a:xfrm>
            <a:off x="9306438" y="6313135"/>
            <a:ext cx="521840" cy="576000"/>
          </a:xfrm>
          <a:prstGeom prst="rect">
            <a:avLst/>
          </a:prstGeom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58A9DA0D-D358-8041-B052-52DDF878A85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8083" b="52503"/>
          <a:stretch/>
        </p:blipFill>
        <p:spPr>
          <a:xfrm>
            <a:off x="9319638" y="7703381"/>
            <a:ext cx="495440" cy="576000"/>
          </a:xfrm>
          <a:prstGeom prst="rect">
            <a:avLst/>
          </a:prstGeom>
        </p:spPr>
      </p:pic>
      <p:pic>
        <p:nvPicPr>
          <p:cNvPr id="235" name="图片 234">
            <a:extLst>
              <a:ext uri="{FF2B5EF4-FFF2-40B4-BE49-F238E27FC236}">
                <a16:creationId xmlns:a16="http://schemas.microsoft.com/office/drawing/2014/main" id="{EA3E9071-9DC7-EB4E-80B1-55C556F93E8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7202" t="52503"/>
          <a:stretch/>
        </p:blipFill>
        <p:spPr>
          <a:xfrm>
            <a:off x="12606553" y="7009204"/>
            <a:ext cx="505856" cy="576000"/>
          </a:xfrm>
          <a:prstGeom prst="rect">
            <a:avLst/>
          </a:prstGeom>
        </p:spPr>
      </p:pic>
      <p:pic>
        <p:nvPicPr>
          <p:cNvPr id="236" name="图形 235">
            <a:extLst>
              <a:ext uri="{FF2B5EF4-FFF2-40B4-BE49-F238E27FC236}">
                <a16:creationId xmlns:a16="http://schemas.microsoft.com/office/drawing/2014/main" id="{6D40865B-DD2F-3446-9DF0-413272986975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9956749" y="6331351"/>
            <a:ext cx="539583" cy="539583"/>
          </a:xfrm>
          <a:prstGeom prst="rect">
            <a:avLst/>
          </a:prstGeom>
        </p:spPr>
      </p:pic>
      <p:pic>
        <p:nvPicPr>
          <p:cNvPr id="237" name="图形 236">
            <a:extLst>
              <a:ext uri="{FF2B5EF4-FFF2-40B4-BE49-F238E27FC236}">
                <a16:creationId xmlns:a16="http://schemas.microsoft.com/office/drawing/2014/main" id="{C7E0855E-2FB4-8B4E-8831-38471F83E70C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rcRect/>
          <a:stretch/>
        </p:blipFill>
        <p:spPr>
          <a:xfrm>
            <a:off x="9966312" y="7650158"/>
            <a:ext cx="539583" cy="539583"/>
          </a:xfrm>
          <a:prstGeom prst="rect">
            <a:avLst/>
          </a:prstGeom>
        </p:spPr>
      </p:pic>
      <p:pic>
        <p:nvPicPr>
          <p:cNvPr id="238" name="图形 237">
            <a:extLst>
              <a:ext uri="{FF2B5EF4-FFF2-40B4-BE49-F238E27FC236}">
                <a16:creationId xmlns:a16="http://schemas.microsoft.com/office/drawing/2014/main" id="{6FF6E23E-D05D-074E-B92D-D07E4C05C7FF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10607733" y="7650158"/>
            <a:ext cx="539583" cy="539583"/>
          </a:xfrm>
          <a:prstGeom prst="rect">
            <a:avLst/>
          </a:prstGeom>
        </p:spPr>
      </p:pic>
      <p:pic>
        <p:nvPicPr>
          <p:cNvPr id="239" name="图形 238">
            <a:extLst>
              <a:ext uri="{FF2B5EF4-FFF2-40B4-BE49-F238E27FC236}">
                <a16:creationId xmlns:a16="http://schemas.microsoft.com/office/drawing/2014/main" id="{8570E761-619A-0C41-A7EB-352DED04C0D1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13256051" y="7027420"/>
            <a:ext cx="539583" cy="539583"/>
          </a:xfrm>
          <a:prstGeom prst="rect">
            <a:avLst/>
          </a:prstGeom>
        </p:spPr>
      </p:pic>
      <p:sp>
        <p:nvSpPr>
          <p:cNvPr id="240" name="文本框 239">
            <a:extLst>
              <a:ext uri="{FF2B5EF4-FFF2-40B4-BE49-F238E27FC236}">
                <a16:creationId xmlns:a16="http://schemas.microsoft.com/office/drawing/2014/main" id="{750AB6BC-8DD2-C14E-9C3A-51FAB2C488B8}"/>
              </a:ext>
            </a:extLst>
          </p:cNvPr>
          <p:cNvSpPr txBox="1"/>
          <p:nvPr/>
        </p:nvSpPr>
        <p:spPr>
          <a:xfrm>
            <a:off x="11913692" y="765833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5D95D242-C714-B14B-B040-866F99A80E4B}"/>
              </a:ext>
            </a:extLst>
          </p:cNvPr>
          <p:cNvSpPr txBox="1"/>
          <p:nvPr/>
        </p:nvSpPr>
        <p:spPr>
          <a:xfrm>
            <a:off x="11913692" y="633952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18687273-B946-7C45-A43F-EE7D19E08B4B}"/>
              </a:ext>
            </a:extLst>
          </p:cNvPr>
          <p:cNvSpPr txBox="1"/>
          <p:nvPr/>
        </p:nvSpPr>
        <p:spPr>
          <a:xfrm>
            <a:off x="15153336" y="703559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CAF9A8C2-131B-984B-89FD-7479DD5DCF51}"/>
              </a:ext>
            </a:extLst>
          </p:cNvPr>
          <p:cNvSpPr txBox="1"/>
          <p:nvPr/>
        </p:nvSpPr>
        <p:spPr>
          <a:xfrm>
            <a:off x="9857707" y="7926893"/>
            <a:ext cx="5367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accent6">
                    <a:lumMod val="75000"/>
                  </a:schemeClr>
                </a:solidFill>
                <a:latin typeface="Telugu MN" pitchFamily="2" charset="0"/>
                <a:cs typeface="Telugu MN" pitchFamily="2" charset="0"/>
              </a:rPr>
              <a:t>Negative Samples</a:t>
            </a:r>
            <a:endParaRPr kumimoji="1" lang="zh-CN" altLang="en-US" sz="2800" dirty="0">
              <a:solidFill>
                <a:schemeClr val="accent6">
                  <a:lumMod val="75000"/>
                </a:schemeClr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4" name="燕尾形箭头 243">
            <a:extLst>
              <a:ext uri="{FF2B5EF4-FFF2-40B4-BE49-F238E27FC236}">
                <a16:creationId xmlns:a16="http://schemas.microsoft.com/office/drawing/2014/main" id="{E6C2AABB-6516-A244-82BC-03858833C1B9}"/>
              </a:ext>
            </a:extLst>
          </p:cNvPr>
          <p:cNvSpPr>
            <a:spLocks noChangeAspect="1"/>
          </p:cNvSpPr>
          <p:nvPr/>
        </p:nvSpPr>
        <p:spPr>
          <a:xfrm rot="16200000">
            <a:off x="12176674" y="5507336"/>
            <a:ext cx="709604" cy="456929"/>
          </a:xfrm>
          <a:prstGeom prst="notchedRightArrow">
            <a:avLst/>
          </a:prstGeom>
          <a:solidFill>
            <a:schemeClr val="accent6">
              <a:lumMod val="20000"/>
              <a:lumOff val="80000"/>
              <a:alpha val="30196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77" name="图形 276" descr="电话">
            <a:extLst>
              <a:ext uri="{FF2B5EF4-FFF2-40B4-BE49-F238E27FC236}">
                <a16:creationId xmlns:a16="http://schemas.microsoft.com/office/drawing/2014/main" id="{57552E13-FD53-0C42-AD4E-A7CFE33FE167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tretch>
            <a:fillRect/>
          </a:stretch>
        </p:blipFill>
        <p:spPr>
          <a:xfrm>
            <a:off x="10607517" y="6331135"/>
            <a:ext cx="540000" cy="540000"/>
          </a:xfrm>
          <a:prstGeom prst="rect">
            <a:avLst/>
          </a:prstGeom>
        </p:spPr>
      </p:pic>
      <p:pic>
        <p:nvPicPr>
          <p:cNvPr id="278" name="图形 277">
            <a:extLst>
              <a:ext uri="{FF2B5EF4-FFF2-40B4-BE49-F238E27FC236}">
                <a16:creationId xmlns:a16="http://schemas.microsoft.com/office/drawing/2014/main" id="{D823910A-1824-A24D-951C-7791111DEFA7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13891163" y="6331351"/>
            <a:ext cx="539583" cy="539583"/>
          </a:xfrm>
          <a:prstGeom prst="rect">
            <a:avLst/>
          </a:prstGeom>
        </p:spPr>
      </p:pic>
      <p:pic>
        <p:nvPicPr>
          <p:cNvPr id="279" name="图形 278">
            <a:extLst>
              <a:ext uri="{FF2B5EF4-FFF2-40B4-BE49-F238E27FC236}">
                <a16:creationId xmlns:a16="http://schemas.microsoft.com/office/drawing/2014/main" id="{EE3D5E31-9888-4745-85C8-F10D4136D96A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rcRect/>
          <a:stretch/>
        </p:blipFill>
        <p:spPr>
          <a:xfrm>
            <a:off x="13891163" y="7650158"/>
            <a:ext cx="539583" cy="539583"/>
          </a:xfrm>
          <a:prstGeom prst="rect">
            <a:avLst/>
          </a:prstGeom>
        </p:spPr>
      </p:pic>
      <p:pic>
        <p:nvPicPr>
          <p:cNvPr id="280" name="图形 279">
            <a:extLst>
              <a:ext uri="{FF2B5EF4-FFF2-40B4-BE49-F238E27FC236}">
                <a16:creationId xmlns:a16="http://schemas.microsoft.com/office/drawing/2014/main" id="{6B6F87ED-2FD2-D548-BCBD-B2CD43B2B3FD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rcRect/>
          <a:stretch/>
        </p:blipFill>
        <p:spPr>
          <a:xfrm>
            <a:off x="13880828" y="7027420"/>
            <a:ext cx="539583" cy="539583"/>
          </a:xfrm>
          <a:prstGeom prst="rect">
            <a:avLst/>
          </a:prstGeom>
        </p:spPr>
      </p:pic>
      <p:sp>
        <p:nvSpPr>
          <p:cNvPr id="281" name="文本框 280">
            <a:extLst>
              <a:ext uri="{FF2B5EF4-FFF2-40B4-BE49-F238E27FC236}">
                <a16:creationId xmlns:a16="http://schemas.microsoft.com/office/drawing/2014/main" id="{9017D48B-EA3D-9E41-96DB-490B928293DC}"/>
              </a:ext>
            </a:extLst>
          </p:cNvPr>
          <p:cNvSpPr txBox="1"/>
          <p:nvPr/>
        </p:nvSpPr>
        <p:spPr>
          <a:xfrm>
            <a:off x="12809845" y="5343063"/>
            <a:ext cx="34898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Serve</a:t>
            </a:r>
            <a:r>
              <a:rPr kumimoji="1" lang="zh-CN" altLang="en-US" sz="2800" dirty="0">
                <a:latin typeface="Telugu MN" pitchFamily="2" charset="0"/>
                <a:cs typeface="Telugu MN" pitchFamily="2" charset="0"/>
              </a:rPr>
              <a:t> </a:t>
            </a:r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as potential negative signals</a:t>
            </a:r>
            <a:endParaRPr kumimoji="1" lang="zh-CN" altLang="en-US" sz="28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08BE07DA-93FD-924A-A633-1068057FE6ED}"/>
              </a:ext>
            </a:extLst>
          </p:cNvPr>
          <p:cNvSpPr txBox="1"/>
          <p:nvPr/>
        </p:nvSpPr>
        <p:spPr>
          <a:xfrm>
            <a:off x="6730069" y="45900"/>
            <a:ext cx="2776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Collect from</a:t>
            </a:r>
          </a:p>
          <a:p>
            <a:pPr algn="ctr"/>
            <a:r>
              <a:rPr kumimoji="1" lang="en-US" altLang="zh-CN" sz="2800" b="1" dirty="0">
                <a:latin typeface="Telugu MN" pitchFamily="2" charset="0"/>
                <a:cs typeface="Telugu MN" pitchFamily="2" charset="0"/>
              </a:rPr>
              <a:t>real</a:t>
            </a:r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 behaviors</a:t>
            </a:r>
            <a:endParaRPr kumimoji="1" lang="zh-CN" altLang="en-US" sz="28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B604D239-EF8D-F643-A316-CD3271A801BB}"/>
              </a:ext>
            </a:extLst>
          </p:cNvPr>
          <p:cNvSpPr txBox="1"/>
          <p:nvPr/>
        </p:nvSpPr>
        <p:spPr>
          <a:xfrm>
            <a:off x="6730069" y="5571678"/>
            <a:ext cx="27767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Select with</a:t>
            </a:r>
          </a:p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different </a:t>
            </a:r>
            <a:r>
              <a:rPr kumimoji="1" lang="en-US" altLang="zh-CN" sz="2800" b="1" dirty="0">
                <a:latin typeface="Telugu MN" pitchFamily="2" charset="0"/>
                <a:cs typeface="Telugu MN" pitchFamily="2" charset="0"/>
              </a:rPr>
              <a:t>strategies</a:t>
            </a:r>
            <a:endParaRPr kumimoji="1" lang="zh-CN" altLang="en-US" sz="28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4" name="燕尾形箭头 283">
            <a:extLst>
              <a:ext uri="{FF2B5EF4-FFF2-40B4-BE49-F238E27FC236}">
                <a16:creationId xmlns:a16="http://schemas.microsoft.com/office/drawing/2014/main" id="{B5119ADC-0184-264A-8F18-54E38B0B7417}"/>
              </a:ext>
            </a:extLst>
          </p:cNvPr>
          <p:cNvSpPr>
            <a:spLocks noChangeAspect="1"/>
          </p:cNvSpPr>
          <p:nvPr/>
        </p:nvSpPr>
        <p:spPr>
          <a:xfrm rot="5400000">
            <a:off x="4255314" y="5662509"/>
            <a:ext cx="540217" cy="858077"/>
          </a:xfrm>
          <a:prstGeom prst="notchedRightArrow">
            <a:avLst/>
          </a:prstGeom>
          <a:solidFill>
            <a:schemeClr val="accent6">
              <a:lumMod val="20000"/>
              <a:lumOff val="80000"/>
              <a:alpha val="30196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85" name="组合 284">
            <a:extLst>
              <a:ext uri="{FF2B5EF4-FFF2-40B4-BE49-F238E27FC236}">
                <a16:creationId xmlns:a16="http://schemas.microsoft.com/office/drawing/2014/main" id="{74306709-B309-744C-A2C2-01B2035AD6D1}"/>
              </a:ext>
            </a:extLst>
          </p:cNvPr>
          <p:cNvGrpSpPr/>
          <p:nvPr/>
        </p:nvGrpSpPr>
        <p:grpSpPr>
          <a:xfrm>
            <a:off x="2129581" y="6531369"/>
            <a:ext cx="4793937" cy="1522179"/>
            <a:chOff x="9155593" y="4998938"/>
            <a:chExt cx="7176585" cy="2312108"/>
          </a:xfrm>
        </p:grpSpPr>
        <p:sp>
          <p:nvSpPr>
            <p:cNvPr id="286" name="圆角矩形 285">
              <a:extLst>
                <a:ext uri="{FF2B5EF4-FFF2-40B4-BE49-F238E27FC236}">
                  <a16:creationId xmlns:a16="http://schemas.microsoft.com/office/drawing/2014/main" id="{BB0C3FE7-E9A4-3E4E-B64A-1E50284BE8E2}"/>
                </a:ext>
              </a:extLst>
            </p:cNvPr>
            <p:cNvSpPr/>
            <p:nvPr/>
          </p:nvSpPr>
          <p:spPr>
            <a:xfrm>
              <a:off x="9155593" y="4998938"/>
              <a:ext cx="7176585" cy="231210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800" dirty="0">
                <a:solidFill>
                  <a:schemeClr val="tx1"/>
                </a:solidFill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595B235C-8CBF-1449-9030-478EDCB1FCE9}"/>
                </a:ext>
              </a:extLst>
            </p:cNvPr>
            <p:cNvSpPr txBox="1"/>
            <p:nvPr/>
          </p:nvSpPr>
          <p:spPr>
            <a:xfrm>
              <a:off x="9377832" y="5808277"/>
              <a:ext cx="6681289" cy="1075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4000" dirty="0">
                  <a:latin typeface="Telugu MN" pitchFamily="2" charset="0"/>
                  <a:cs typeface="Telugu MN" pitchFamily="2" charset="0"/>
                </a:rPr>
                <a:t>Negative Sampler</a:t>
              </a:r>
              <a:endParaRPr kumimoji="1" lang="zh-CN" altLang="en-US" sz="4000" dirty="0">
                <a:latin typeface="Telugu MN" pitchFamily="2" charset="0"/>
                <a:cs typeface="Telugu MN" pitchFamily="2" charset="0"/>
              </a:endParaRPr>
            </a:p>
          </p:txBody>
        </p:sp>
      </p:grpSp>
      <p:pic>
        <p:nvPicPr>
          <p:cNvPr id="1067" name="图形 1066" descr="无茎花朵">
            <a:extLst>
              <a:ext uri="{FF2B5EF4-FFF2-40B4-BE49-F238E27FC236}">
                <a16:creationId xmlns:a16="http://schemas.microsoft.com/office/drawing/2014/main" id="{19E2CA2F-9673-8A41-9439-743F6C722E92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1245768" y="7027204"/>
            <a:ext cx="540000" cy="540000"/>
          </a:xfrm>
          <a:prstGeom prst="rect">
            <a:avLst/>
          </a:prstGeom>
        </p:spPr>
      </p:pic>
      <p:pic>
        <p:nvPicPr>
          <p:cNvPr id="1071" name="图形 1070" descr="太阳镜">
            <a:extLst>
              <a:ext uri="{FF2B5EF4-FFF2-40B4-BE49-F238E27FC236}">
                <a16:creationId xmlns:a16="http://schemas.microsoft.com/office/drawing/2014/main" id="{70AF6011-ACF4-F844-850A-F6A7D0AEC47C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14521425" y="7649943"/>
            <a:ext cx="540000" cy="540000"/>
          </a:xfrm>
          <a:prstGeom prst="rect">
            <a:avLst/>
          </a:prstGeom>
        </p:spPr>
      </p:pic>
      <p:pic>
        <p:nvPicPr>
          <p:cNvPr id="1073" name="图形 1072" descr="甜甜圈">
            <a:extLst>
              <a:ext uri="{FF2B5EF4-FFF2-40B4-BE49-F238E27FC236}">
                <a16:creationId xmlns:a16="http://schemas.microsoft.com/office/drawing/2014/main" id="{FFFF06B0-DF56-384E-AE94-61570F4BC308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1245768" y="7649943"/>
            <a:ext cx="540000" cy="540000"/>
          </a:xfrm>
          <a:prstGeom prst="rect">
            <a:avLst/>
          </a:prstGeom>
        </p:spPr>
      </p:pic>
      <p:pic>
        <p:nvPicPr>
          <p:cNvPr id="1075" name="图形 1074" descr="曲别针">
            <a:extLst>
              <a:ext uri="{FF2B5EF4-FFF2-40B4-BE49-F238E27FC236}">
                <a16:creationId xmlns:a16="http://schemas.microsoft.com/office/drawing/2014/main" id="{43E53181-DF8A-A84B-9BE1-43E614BDCB1A}"/>
              </a:ext>
            </a:extLst>
          </p:cNvPr>
          <p:cNvPicPr>
            <a:picLocks noChangeAspect="1"/>
          </p:cNvPicPr>
          <p:nvPr/>
        </p:nvPicPr>
        <p:blipFill>
          <a:blip r:embed="rId80">
            <a:extLst>
              <a:ext uri="{96DAC541-7B7A-43D3-8B79-37D633B846F1}">
                <asvg:svgBlip xmlns:asvg="http://schemas.microsoft.com/office/drawing/2016/SVG/main" r:embed="rId81"/>
              </a:ext>
            </a:extLst>
          </a:blip>
          <a:stretch>
            <a:fillRect/>
          </a:stretch>
        </p:blipFill>
        <p:spPr>
          <a:xfrm>
            <a:off x="14515933" y="6331135"/>
            <a:ext cx="540000" cy="540000"/>
          </a:xfrm>
          <a:prstGeom prst="rect">
            <a:avLst/>
          </a:prstGeom>
        </p:spPr>
      </p:pic>
      <p:pic>
        <p:nvPicPr>
          <p:cNvPr id="1077" name="图形 1076" descr="游戏控制器">
            <a:extLst>
              <a:ext uri="{FF2B5EF4-FFF2-40B4-BE49-F238E27FC236}">
                <a16:creationId xmlns:a16="http://schemas.microsoft.com/office/drawing/2014/main" id="{E1A6CD9E-C793-C549-AD35-36317F8F7CA2}"/>
              </a:ext>
            </a:extLst>
          </p:cNvPr>
          <p:cNvPicPr>
            <a:picLocks noChangeAspect="1"/>
          </p:cNvPicPr>
          <p:nvPr/>
        </p:nvPicPr>
        <p:blipFill>
          <a:blip r:embed="rId82">
            <a:extLst>
              <a:ext uri="{96DAC541-7B7A-43D3-8B79-37D633B846F1}">
                <asvg:svgBlip xmlns:asvg="http://schemas.microsoft.com/office/drawing/2016/SVG/main" r:embed="rId83"/>
              </a:ext>
            </a:extLst>
          </a:blip>
          <a:stretch>
            <a:fillRect/>
          </a:stretch>
        </p:blipFill>
        <p:spPr>
          <a:xfrm>
            <a:off x="11260383" y="6331135"/>
            <a:ext cx="540000" cy="540000"/>
          </a:xfrm>
          <a:prstGeom prst="rect">
            <a:avLst/>
          </a:prstGeom>
        </p:spPr>
      </p:pic>
      <p:pic>
        <p:nvPicPr>
          <p:cNvPr id="1079" name="图形 1078" descr="菱形">
            <a:extLst>
              <a:ext uri="{FF2B5EF4-FFF2-40B4-BE49-F238E27FC236}">
                <a16:creationId xmlns:a16="http://schemas.microsoft.com/office/drawing/2014/main" id="{E771A26B-29C4-464D-A498-A3C2578C4FD1}"/>
              </a:ext>
            </a:extLst>
          </p:cNvPr>
          <p:cNvPicPr>
            <a:picLocks noChangeAspect="1"/>
          </p:cNvPicPr>
          <p:nvPr/>
        </p:nvPicPr>
        <p:blipFill>
          <a:blip r:embed="rId84">
            <a:extLst>
              <a:ext uri="{96DAC541-7B7A-43D3-8B79-37D633B846F1}">
                <asvg:svgBlip xmlns:asvg="http://schemas.microsoft.com/office/drawing/2016/SVG/main" r:embed="rId85"/>
              </a:ext>
            </a:extLst>
          </a:blip>
          <a:stretch>
            <a:fillRect/>
          </a:stretch>
        </p:blipFill>
        <p:spPr>
          <a:xfrm>
            <a:off x="14516768" y="7027204"/>
            <a:ext cx="540000" cy="540000"/>
          </a:xfrm>
          <a:prstGeom prst="rect">
            <a:avLst/>
          </a:prstGeom>
        </p:spPr>
      </p:pic>
      <p:sp>
        <p:nvSpPr>
          <p:cNvPr id="305" name="文本框 304">
            <a:extLst>
              <a:ext uri="{FF2B5EF4-FFF2-40B4-BE49-F238E27FC236}">
                <a16:creationId xmlns:a16="http://schemas.microsoft.com/office/drawing/2014/main" id="{C0517904-1D34-3447-8392-04B3FC17B96E}"/>
              </a:ext>
            </a:extLst>
          </p:cNvPr>
          <p:cNvSpPr txBox="1"/>
          <p:nvPr/>
        </p:nvSpPr>
        <p:spPr>
          <a:xfrm>
            <a:off x="16063008" y="5937293"/>
            <a:ext cx="397028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Telugu MN" pitchFamily="2" charset="0"/>
                <a:cs typeface="Telugu MN" pitchFamily="2" charset="0"/>
              </a:rPr>
              <a:t>Recommendation</a:t>
            </a:r>
          </a:p>
          <a:p>
            <a:pPr algn="ctr"/>
            <a:r>
              <a:rPr kumimoji="1" lang="en-US" altLang="zh-CN" sz="2000" dirty="0">
                <a:latin typeface="Telugu MN" pitchFamily="2" charset="0"/>
                <a:cs typeface="Telugu MN" pitchFamily="2" charset="0"/>
              </a:rPr>
              <a:t>results</a:t>
            </a:r>
          </a:p>
        </p:txBody>
      </p:sp>
    </p:spTree>
    <p:extLst>
      <p:ext uri="{BB962C8B-B14F-4D97-AF65-F5344CB8AC3E}">
        <p14:creationId xmlns:p14="http://schemas.microsoft.com/office/powerpoint/2010/main" val="6820840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69F4C01-5FA9-BE4D-B4B4-9AFAE242A655}"/>
                  </a:ext>
                </a:extLst>
              </p:cNvPr>
              <p:cNvSpPr txBox="1"/>
              <p:nvPr/>
            </p:nvSpPr>
            <p:spPr>
              <a:xfrm>
                <a:off x="17669681" y="1723884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69F4C01-5FA9-BE4D-B4B4-9AFAE242A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9681" y="1723884"/>
                <a:ext cx="1992533" cy="492443"/>
              </a:xfrm>
              <a:prstGeom prst="rect">
                <a:avLst/>
              </a:prstGeom>
              <a:blipFill>
                <a:blip r:embed="rId3"/>
                <a:stretch>
                  <a:fillRect l="-4459" t="-7500" r="-7643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F015569B-6C5C-654B-9A8A-87A69311C608}"/>
                  </a:ext>
                </a:extLst>
              </p:cNvPr>
              <p:cNvSpPr txBox="1"/>
              <p:nvPr/>
            </p:nvSpPr>
            <p:spPr>
              <a:xfrm>
                <a:off x="17669681" y="2418677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F015569B-6C5C-654B-9A8A-87A69311C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9681" y="2418677"/>
                <a:ext cx="1992533" cy="492443"/>
              </a:xfrm>
              <a:prstGeom prst="rect">
                <a:avLst/>
              </a:prstGeom>
              <a:blipFill>
                <a:blip r:embed="rId4"/>
                <a:stretch>
                  <a:fillRect l="-4459" t="-7500" r="-7643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8C149475-CB5C-C64A-A746-A973F8DD6CAE}"/>
                  </a:ext>
                </a:extLst>
              </p:cNvPr>
              <p:cNvSpPr txBox="1"/>
              <p:nvPr/>
            </p:nvSpPr>
            <p:spPr>
              <a:xfrm>
                <a:off x="17669681" y="3113470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8C149475-CB5C-C64A-A746-A973F8DD6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9681" y="3113470"/>
                <a:ext cx="1992533" cy="492443"/>
              </a:xfrm>
              <a:prstGeom prst="rect">
                <a:avLst/>
              </a:prstGeom>
              <a:blipFill>
                <a:blip r:embed="rId5"/>
                <a:stretch>
                  <a:fillRect l="-4459" t="-10000" r="-7643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842624B6-9599-0545-A8A1-21F49876BE34}"/>
                  </a:ext>
                </a:extLst>
              </p:cNvPr>
              <p:cNvSpPr txBox="1"/>
              <p:nvPr/>
            </p:nvSpPr>
            <p:spPr>
              <a:xfrm>
                <a:off x="17669681" y="4503056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842624B6-9599-0545-A8A1-21F49876B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9681" y="4503056"/>
                <a:ext cx="1992533" cy="492443"/>
              </a:xfrm>
              <a:prstGeom prst="rect">
                <a:avLst/>
              </a:prstGeom>
              <a:blipFill>
                <a:blip r:embed="rId3"/>
                <a:stretch>
                  <a:fillRect l="-4459" t="-7500" r="-7643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E1F77D8-14AD-5643-A92E-5BC43340AAAF}"/>
                  </a:ext>
                </a:extLst>
              </p:cNvPr>
              <p:cNvSpPr txBox="1"/>
              <p:nvPr/>
            </p:nvSpPr>
            <p:spPr>
              <a:xfrm>
                <a:off x="17669681" y="3835973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E1F77D8-14AD-5643-A92E-5BC43340A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9681" y="3835973"/>
                <a:ext cx="1992533" cy="492443"/>
              </a:xfrm>
              <a:prstGeom prst="rect">
                <a:avLst/>
              </a:prstGeom>
              <a:blipFill>
                <a:blip r:embed="rId6"/>
                <a:stretch>
                  <a:fillRect l="-4459" t="-5000" r="-7643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6AB90000-70D8-7D46-91E5-D79F4639A87B}"/>
                  </a:ext>
                </a:extLst>
              </p:cNvPr>
              <p:cNvSpPr txBox="1"/>
              <p:nvPr/>
            </p:nvSpPr>
            <p:spPr>
              <a:xfrm>
                <a:off x="17669681" y="5197847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6AB90000-70D8-7D46-91E5-D79F4639A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69681" y="5197847"/>
                <a:ext cx="1992533" cy="492443"/>
              </a:xfrm>
              <a:prstGeom prst="rect">
                <a:avLst/>
              </a:prstGeom>
              <a:blipFill>
                <a:blip r:embed="rId6"/>
                <a:stretch>
                  <a:fillRect l="-4459" t="-7692" r="-7643" b="-3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90B25B8D-6BCF-6E42-95B4-B1023E7DE651}"/>
                  </a:ext>
                </a:extLst>
              </p:cNvPr>
              <p:cNvSpPr txBox="1"/>
              <p:nvPr/>
            </p:nvSpPr>
            <p:spPr>
              <a:xfrm>
                <a:off x="19954163" y="1714924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90B25B8D-6BCF-6E42-95B4-B1023E7DE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4163" y="1714924"/>
                <a:ext cx="1992533" cy="492443"/>
              </a:xfrm>
              <a:prstGeom prst="rect">
                <a:avLst/>
              </a:prstGeom>
              <a:blipFill>
                <a:blip r:embed="rId6"/>
                <a:stretch>
                  <a:fillRect l="-4430" t="-5000" r="-6962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B7B55AC9-212C-1741-A445-FBB34491FBE5}"/>
                  </a:ext>
                </a:extLst>
              </p:cNvPr>
              <p:cNvSpPr txBox="1"/>
              <p:nvPr/>
            </p:nvSpPr>
            <p:spPr>
              <a:xfrm>
                <a:off x="19954163" y="2409717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B7B55AC9-212C-1741-A445-FBB34491F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4163" y="2409717"/>
                <a:ext cx="1992533" cy="492443"/>
              </a:xfrm>
              <a:prstGeom prst="rect">
                <a:avLst/>
              </a:prstGeom>
              <a:blipFill>
                <a:blip r:embed="rId4"/>
                <a:stretch>
                  <a:fillRect l="-4430" t="-7500" r="-6962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6770ECCA-B4DF-3940-8C71-CCDD1DA993E1}"/>
                  </a:ext>
                </a:extLst>
              </p:cNvPr>
              <p:cNvSpPr txBox="1"/>
              <p:nvPr/>
            </p:nvSpPr>
            <p:spPr>
              <a:xfrm>
                <a:off x="19954163" y="3104510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6770ECCA-B4DF-3940-8C71-CCDD1DA99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4163" y="3104510"/>
                <a:ext cx="1992533" cy="492443"/>
              </a:xfrm>
              <a:prstGeom prst="rect">
                <a:avLst/>
              </a:prstGeom>
              <a:blipFill>
                <a:blip r:embed="rId4"/>
                <a:stretch>
                  <a:fillRect l="-4430" t="-7500" r="-6962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8AD3F5D5-DEF9-DF49-BC67-DC18036FEA67}"/>
                  </a:ext>
                </a:extLst>
              </p:cNvPr>
              <p:cNvSpPr txBox="1"/>
              <p:nvPr/>
            </p:nvSpPr>
            <p:spPr>
              <a:xfrm>
                <a:off x="19954163" y="4494096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8AD3F5D5-DEF9-DF49-BC67-DC18036FE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4163" y="4494096"/>
                <a:ext cx="1992533" cy="492443"/>
              </a:xfrm>
              <a:prstGeom prst="rect">
                <a:avLst/>
              </a:prstGeom>
              <a:blipFill>
                <a:blip r:embed="rId5"/>
                <a:stretch>
                  <a:fillRect l="-4430" t="-7500" r="-6962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B586FE21-8028-B04D-BC71-149EED3C87E1}"/>
                  </a:ext>
                </a:extLst>
              </p:cNvPr>
              <p:cNvSpPr txBox="1"/>
              <p:nvPr/>
            </p:nvSpPr>
            <p:spPr>
              <a:xfrm>
                <a:off x="19954163" y="3827013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B586FE21-8028-B04D-BC71-149EED3C8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4163" y="3827013"/>
                <a:ext cx="1992533" cy="492443"/>
              </a:xfrm>
              <a:prstGeom prst="rect">
                <a:avLst/>
              </a:prstGeom>
              <a:blipFill>
                <a:blip r:embed="rId6"/>
                <a:stretch>
                  <a:fillRect l="-4430" t="-7500" r="-6962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59736DF8-D960-FA49-AFAC-EE2AA38D90A1}"/>
                  </a:ext>
                </a:extLst>
              </p:cNvPr>
              <p:cNvSpPr txBox="1"/>
              <p:nvPr/>
            </p:nvSpPr>
            <p:spPr>
              <a:xfrm>
                <a:off x="19954163" y="5188887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59736DF8-D960-FA49-AFAC-EE2AA38D9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954163" y="5188887"/>
                <a:ext cx="1992533" cy="492443"/>
              </a:xfrm>
              <a:prstGeom prst="rect">
                <a:avLst/>
              </a:prstGeom>
              <a:blipFill>
                <a:blip r:embed="rId4"/>
                <a:stretch>
                  <a:fillRect l="-4430" t="-7500" r="-6962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2" name="组合 61">
            <a:extLst>
              <a:ext uri="{FF2B5EF4-FFF2-40B4-BE49-F238E27FC236}">
                <a16:creationId xmlns:a16="http://schemas.microsoft.com/office/drawing/2014/main" id="{02D6BC88-F3E8-194B-8852-E3E790394E92}"/>
              </a:ext>
            </a:extLst>
          </p:cNvPr>
          <p:cNvGrpSpPr/>
          <p:nvPr/>
        </p:nvGrpSpPr>
        <p:grpSpPr>
          <a:xfrm>
            <a:off x="9594315" y="2482593"/>
            <a:ext cx="6248400" cy="2761622"/>
            <a:chOff x="8360229" y="4950099"/>
            <a:chExt cx="6248400" cy="2761622"/>
          </a:xfrm>
        </p:grpSpPr>
        <p:sp>
          <p:nvSpPr>
            <p:cNvPr id="59" name="圆角矩形 58">
              <a:extLst>
                <a:ext uri="{FF2B5EF4-FFF2-40B4-BE49-F238E27FC236}">
                  <a16:creationId xmlns:a16="http://schemas.microsoft.com/office/drawing/2014/main" id="{6FB8523A-E9AE-E141-A1F2-226BF2DCDE3A}"/>
                </a:ext>
              </a:extLst>
            </p:cNvPr>
            <p:cNvSpPr/>
            <p:nvPr/>
          </p:nvSpPr>
          <p:spPr>
            <a:xfrm>
              <a:off x="8360229" y="4950099"/>
              <a:ext cx="6248400" cy="2761622"/>
            </a:xfrm>
            <a:prstGeom prst="round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76200">
              <a:solidFill>
                <a:schemeClr val="accent4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800" dirty="0">
                <a:solidFill>
                  <a:schemeClr val="tx1"/>
                </a:solidFill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60" name="文本框 59">
              <a:extLst>
                <a:ext uri="{FF2B5EF4-FFF2-40B4-BE49-F238E27FC236}">
                  <a16:creationId xmlns:a16="http://schemas.microsoft.com/office/drawing/2014/main" id="{6F72CFB5-6C40-A244-994C-BBA3034E0A52}"/>
                </a:ext>
              </a:extLst>
            </p:cNvPr>
            <p:cNvSpPr txBox="1"/>
            <p:nvPr/>
          </p:nvSpPr>
          <p:spPr>
            <a:xfrm>
              <a:off x="9568683" y="5772516"/>
              <a:ext cx="3831498" cy="132343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4000" dirty="0">
                  <a:latin typeface="Telugu MN" pitchFamily="2" charset="0"/>
                  <a:cs typeface="Telugu MN" pitchFamily="2" charset="0"/>
                </a:rPr>
                <a:t>Personalized</a:t>
              </a:r>
            </a:p>
            <a:p>
              <a:pPr algn="ctr"/>
              <a:r>
                <a:rPr kumimoji="1" lang="en-US" altLang="zh-CN" sz="4000" dirty="0">
                  <a:latin typeface="Telugu MN" pitchFamily="2" charset="0"/>
                  <a:cs typeface="Telugu MN" pitchFamily="2" charset="0"/>
                </a:rPr>
                <a:t>Recommender</a:t>
              </a:r>
              <a:endParaRPr kumimoji="1" lang="zh-CN" altLang="en-US" sz="4000" dirty="0">
                <a:latin typeface="Telugu MN" pitchFamily="2" charset="0"/>
                <a:cs typeface="Telugu MN" pitchFamily="2" charset="0"/>
              </a:endParaRPr>
            </a:p>
          </p:txBody>
        </p:sp>
      </p:grpSp>
      <p:sp>
        <p:nvSpPr>
          <p:cNvPr id="150" name="燕尾形箭头 149">
            <a:extLst>
              <a:ext uri="{FF2B5EF4-FFF2-40B4-BE49-F238E27FC236}">
                <a16:creationId xmlns:a16="http://schemas.microsoft.com/office/drawing/2014/main" id="{4F63980D-C9C1-E34B-9B13-5CC69532983B}"/>
              </a:ext>
            </a:extLst>
          </p:cNvPr>
          <p:cNvSpPr>
            <a:spLocks noChangeAspect="1"/>
          </p:cNvSpPr>
          <p:nvPr/>
        </p:nvSpPr>
        <p:spPr>
          <a:xfrm>
            <a:off x="7769368" y="3471783"/>
            <a:ext cx="1098117" cy="721439"/>
          </a:xfrm>
          <a:prstGeom prst="notchedRightArrow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2" name="燕尾形箭头 151">
            <a:extLst>
              <a:ext uri="{FF2B5EF4-FFF2-40B4-BE49-F238E27FC236}">
                <a16:creationId xmlns:a16="http://schemas.microsoft.com/office/drawing/2014/main" id="{8465AEC1-3E1B-0544-8FC3-FA9DF337F4D0}"/>
              </a:ext>
            </a:extLst>
          </p:cNvPr>
          <p:cNvSpPr>
            <a:spLocks noChangeAspect="1"/>
          </p:cNvSpPr>
          <p:nvPr/>
        </p:nvSpPr>
        <p:spPr>
          <a:xfrm rot="-1800000">
            <a:off x="7736563" y="1212254"/>
            <a:ext cx="1587815" cy="721439"/>
          </a:xfrm>
          <a:prstGeom prst="notchedRightArrow">
            <a:avLst/>
          </a:prstGeom>
          <a:solidFill>
            <a:srgbClr val="C00000">
              <a:alpha val="30196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8" name="圆角矩形 157">
            <a:extLst>
              <a:ext uri="{FF2B5EF4-FFF2-40B4-BE49-F238E27FC236}">
                <a16:creationId xmlns:a16="http://schemas.microsoft.com/office/drawing/2014/main" id="{037FDFF3-E355-144F-852B-B6709B6247CF}"/>
              </a:ext>
            </a:extLst>
          </p:cNvPr>
          <p:cNvSpPr/>
          <p:nvPr/>
        </p:nvSpPr>
        <p:spPr>
          <a:xfrm>
            <a:off x="10044744" y="-685693"/>
            <a:ext cx="5367254" cy="210059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rgbClr val="9B1313"/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2" name="图片 171">
            <a:extLst>
              <a:ext uri="{FF2B5EF4-FFF2-40B4-BE49-F238E27FC236}">
                <a16:creationId xmlns:a16="http://schemas.microsoft.com/office/drawing/2014/main" id="{010CAA9D-A7D6-824F-91B6-0E4D24FD728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2503" r="60164"/>
          <a:stretch/>
        </p:blipFill>
        <p:spPr>
          <a:xfrm>
            <a:off x="10203629" y="67134"/>
            <a:ext cx="470848" cy="576000"/>
          </a:xfrm>
          <a:prstGeom prst="rect">
            <a:avLst/>
          </a:prstGeom>
        </p:spPr>
      </p:pic>
      <p:pic>
        <p:nvPicPr>
          <p:cNvPr id="173" name="Picture 34">
            <a:extLst>
              <a:ext uri="{FF2B5EF4-FFF2-40B4-BE49-F238E27FC236}">
                <a16:creationId xmlns:a16="http://schemas.microsoft.com/office/drawing/2014/main" id="{7F4A61F0-47E2-D441-AA0B-F7C384361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43988" y="-605489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Picture 4">
            <a:extLst>
              <a:ext uri="{FF2B5EF4-FFF2-40B4-BE49-F238E27FC236}">
                <a16:creationId xmlns:a16="http://schemas.microsoft.com/office/drawing/2014/main" id="{9486E242-3715-7345-9D7B-94B37AC7E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24168" y="694757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图形 174" descr="保暖帽">
            <a:extLst>
              <a:ext uri="{FF2B5EF4-FFF2-40B4-BE49-F238E27FC236}">
                <a16:creationId xmlns:a16="http://schemas.microsoft.com/office/drawing/2014/main" id="{DD6D2CE8-3BD3-A94B-A78D-CE5AC5EAE6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6402" y="85134"/>
            <a:ext cx="539583" cy="540000"/>
          </a:xfrm>
          <a:prstGeom prst="rect">
            <a:avLst/>
          </a:prstGeom>
        </p:spPr>
      </p:pic>
      <p:pic>
        <p:nvPicPr>
          <p:cNvPr id="176" name="图形 175">
            <a:extLst>
              <a:ext uri="{FF2B5EF4-FFF2-40B4-BE49-F238E27FC236}">
                <a16:creationId xmlns:a16="http://schemas.microsoft.com/office/drawing/2014/main" id="{3F137915-E61F-634D-A5FB-40F500E5A9B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2024360" y="85358"/>
            <a:ext cx="539583" cy="539583"/>
          </a:xfrm>
          <a:prstGeom prst="rect">
            <a:avLst/>
          </a:prstGeom>
        </p:spPr>
      </p:pic>
      <p:pic>
        <p:nvPicPr>
          <p:cNvPr id="177" name="图形 176" descr="眼镜">
            <a:extLst>
              <a:ext uri="{FF2B5EF4-FFF2-40B4-BE49-F238E27FC236}">
                <a16:creationId xmlns:a16="http://schemas.microsoft.com/office/drawing/2014/main" id="{491AA491-154E-2544-ADBE-A374AE1309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828444" y="85134"/>
            <a:ext cx="539583" cy="540000"/>
          </a:xfrm>
          <a:prstGeom prst="rect">
            <a:avLst/>
          </a:prstGeom>
        </p:spPr>
      </p:pic>
      <p:pic>
        <p:nvPicPr>
          <p:cNvPr id="178" name="图形 177" descr="眼镜">
            <a:extLst>
              <a:ext uri="{FF2B5EF4-FFF2-40B4-BE49-F238E27FC236}">
                <a16:creationId xmlns:a16="http://schemas.microsoft.com/office/drawing/2014/main" id="{56AF2B9C-6F34-6245-96AD-D6B8BA4BBBF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4115447" y="-587489"/>
            <a:ext cx="539583" cy="540000"/>
          </a:xfrm>
          <a:prstGeom prst="rect">
            <a:avLst/>
          </a:prstGeom>
        </p:spPr>
      </p:pic>
      <p:pic>
        <p:nvPicPr>
          <p:cNvPr id="179" name="图形 178">
            <a:extLst>
              <a:ext uri="{FF2B5EF4-FFF2-40B4-BE49-F238E27FC236}">
                <a16:creationId xmlns:a16="http://schemas.microsoft.com/office/drawing/2014/main" id="{A4C0C74F-8A6B-5E42-BD7F-1C9DB4BCD8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4115447" y="802981"/>
            <a:ext cx="539583" cy="539583"/>
          </a:xfrm>
          <a:prstGeom prst="rect">
            <a:avLst/>
          </a:prstGeom>
        </p:spPr>
      </p:pic>
      <p:sp>
        <p:nvSpPr>
          <p:cNvPr id="180" name="文本框 179">
            <a:extLst>
              <a:ext uri="{FF2B5EF4-FFF2-40B4-BE49-F238E27FC236}">
                <a16:creationId xmlns:a16="http://schemas.microsoft.com/office/drawing/2014/main" id="{B5ED7955-C783-1D4B-AE78-BC53F2C4D5C4}"/>
              </a:ext>
            </a:extLst>
          </p:cNvPr>
          <p:cNvSpPr txBox="1"/>
          <p:nvPr/>
        </p:nvSpPr>
        <p:spPr>
          <a:xfrm>
            <a:off x="12622320" y="9352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6B00E9ED-A4F5-4A42-BA01-C9F53C774C96}"/>
              </a:ext>
            </a:extLst>
          </p:cNvPr>
          <p:cNvSpPr txBox="1"/>
          <p:nvPr/>
        </p:nvSpPr>
        <p:spPr>
          <a:xfrm>
            <a:off x="14709249" y="-5790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A724146A-1EE0-E940-B322-B83A2DA0247A}"/>
              </a:ext>
            </a:extLst>
          </p:cNvPr>
          <p:cNvSpPr txBox="1"/>
          <p:nvPr/>
        </p:nvSpPr>
        <p:spPr>
          <a:xfrm>
            <a:off x="14709249" y="81114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D97444E9-E6E0-7449-B834-D4A51F1B89F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84" r="58083" b="52922"/>
          <a:stretch/>
        </p:blipFill>
        <p:spPr>
          <a:xfrm>
            <a:off x="10178133" y="-605489"/>
            <a:ext cx="521840" cy="576000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4DE590B8-835B-224A-BA43-14C7FA75933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8083" b="52503"/>
          <a:stretch/>
        </p:blipFill>
        <p:spPr>
          <a:xfrm>
            <a:off x="10191333" y="784757"/>
            <a:ext cx="495440" cy="576000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77DFD00E-4C9F-9F4D-A6CB-C51A105DBB5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7202" t="52503"/>
          <a:stretch/>
        </p:blipFill>
        <p:spPr>
          <a:xfrm>
            <a:off x="13479060" y="67134"/>
            <a:ext cx="505856" cy="576000"/>
          </a:xfrm>
          <a:prstGeom prst="rect">
            <a:avLst/>
          </a:prstGeom>
        </p:spPr>
      </p:pic>
      <p:pic>
        <p:nvPicPr>
          <p:cNvPr id="186" name="图形 185" descr="照相机">
            <a:extLst>
              <a:ext uri="{FF2B5EF4-FFF2-40B4-BE49-F238E27FC236}">
                <a16:creationId xmlns:a16="http://schemas.microsoft.com/office/drawing/2014/main" id="{707AA44E-E00F-DE43-9765-1C14EA14EE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828444" y="-587489"/>
            <a:ext cx="539583" cy="540000"/>
          </a:xfrm>
          <a:prstGeom prst="rect">
            <a:avLst/>
          </a:prstGeom>
        </p:spPr>
      </p:pic>
      <p:pic>
        <p:nvPicPr>
          <p:cNvPr id="187" name="图形 186">
            <a:extLst>
              <a:ext uri="{FF2B5EF4-FFF2-40B4-BE49-F238E27FC236}">
                <a16:creationId xmlns:a16="http://schemas.microsoft.com/office/drawing/2014/main" id="{96A4374C-B410-2B45-A79C-410E00B3AD6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0838007" y="802981"/>
            <a:ext cx="539583" cy="539583"/>
          </a:xfrm>
          <a:prstGeom prst="rect">
            <a:avLst/>
          </a:prstGeom>
        </p:spPr>
      </p:pic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01695C6D-95F9-4D46-AB8E-6CE74EA810C0}"/>
              </a:ext>
            </a:extLst>
          </p:cNvPr>
          <p:cNvGrpSpPr/>
          <p:nvPr/>
        </p:nvGrpSpPr>
        <p:grpSpPr>
          <a:xfrm>
            <a:off x="1625458" y="387632"/>
            <a:ext cx="5383280" cy="5353791"/>
            <a:chOff x="-18086" y="1650497"/>
            <a:chExt cx="5383280" cy="5353791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5B545047-3855-F646-9E74-2F236BC69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grayscl/>
            </a:blip>
            <a:stretch>
              <a:fillRect/>
            </a:stretch>
          </p:blipFill>
          <p:spPr>
            <a:xfrm>
              <a:off x="778552" y="2350408"/>
              <a:ext cx="349227" cy="349227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FF7A10E-5FA7-884B-A831-0868C138F55D}"/>
                </a:ext>
              </a:extLst>
            </p:cNvPr>
            <p:cNvSpPr/>
            <p:nvPr/>
          </p:nvSpPr>
          <p:spPr>
            <a:xfrm>
              <a:off x="659252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FD4D8B0-D16A-6F4A-9460-D235731D699F}"/>
                </a:ext>
              </a:extLst>
            </p:cNvPr>
            <p:cNvSpPr/>
            <p:nvPr/>
          </p:nvSpPr>
          <p:spPr>
            <a:xfrm>
              <a:off x="1328268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C8BB2E5-E321-C24A-9054-81DD86524264}"/>
                </a:ext>
              </a:extLst>
            </p:cNvPr>
            <p:cNvSpPr/>
            <p:nvPr/>
          </p:nvSpPr>
          <p:spPr>
            <a:xfrm>
              <a:off x="1997284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1B10591-ACCE-FF41-8D41-E16BAA063D27}"/>
                </a:ext>
              </a:extLst>
            </p:cNvPr>
            <p:cNvSpPr/>
            <p:nvPr/>
          </p:nvSpPr>
          <p:spPr>
            <a:xfrm>
              <a:off x="659252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5AC3950-1D4B-B743-B998-37A2B220CB27}"/>
                </a:ext>
              </a:extLst>
            </p:cNvPr>
            <p:cNvSpPr/>
            <p:nvPr/>
          </p:nvSpPr>
          <p:spPr>
            <a:xfrm>
              <a:off x="1328268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2A86A2F-0D79-DC48-8EB0-4FC0948C148C}"/>
                </a:ext>
              </a:extLst>
            </p:cNvPr>
            <p:cNvSpPr/>
            <p:nvPr/>
          </p:nvSpPr>
          <p:spPr>
            <a:xfrm>
              <a:off x="1997284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0190CC9-978D-C34F-BB15-40731933008C}"/>
                </a:ext>
              </a:extLst>
            </p:cNvPr>
            <p:cNvSpPr/>
            <p:nvPr/>
          </p:nvSpPr>
          <p:spPr>
            <a:xfrm>
              <a:off x="659252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D5C1E15-F70E-944A-A9DB-C19B931DFD4E}"/>
                </a:ext>
              </a:extLst>
            </p:cNvPr>
            <p:cNvSpPr/>
            <p:nvPr/>
          </p:nvSpPr>
          <p:spPr>
            <a:xfrm>
              <a:off x="1328268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081A323-13EA-5240-AFE2-9902BCB3D382}"/>
                </a:ext>
              </a:extLst>
            </p:cNvPr>
            <p:cNvSpPr/>
            <p:nvPr/>
          </p:nvSpPr>
          <p:spPr>
            <a:xfrm>
              <a:off x="1997284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A0963B1A-0FDD-DC42-885B-0D810F5886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984" r="58083" b="52922"/>
            <a:stretch/>
          </p:blipFill>
          <p:spPr>
            <a:xfrm>
              <a:off x="29135" y="2237022"/>
              <a:ext cx="521840" cy="576000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CA6FD693-2BC8-CD45-AAC1-B614337835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8083" b="52503"/>
            <a:stretch/>
          </p:blipFill>
          <p:spPr>
            <a:xfrm>
              <a:off x="29135" y="3578396"/>
              <a:ext cx="495440" cy="576000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11CFFA9-B74F-2342-8A39-7BB4B210D2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52503" r="60164"/>
            <a:stretch/>
          </p:blipFill>
          <p:spPr>
            <a:xfrm>
              <a:off x="54631" y="2904752"/>
              <a:ext cx="470848" cy="576000"/>
            </a:xfrm>
            <a:prstGeom prst="rect">
              <a:avLst/>
            </a:prstGeom>
          </p:spPr>
        </p:pic>
        <p:pic>
          <p:nvPicPr>
            <p:cNvPr id="47" name="图形 46" descr="照相机">
              <a:extLst>
                <a:ext uri="{FF2B5EF4-FFF2-40B4-BE49-F238E27FC236}">
                  <a16:creationId xmlns:a16="http://schemas.microsoft.com/office/drawing/2014/main" id="{CC3EC42B-52AD-024F-9B0C-2CBC61149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85522" y="1650497"/>
              <a:ext cx="539583" cy="540000"/>
            </a:xfrm>
            <a:prstGeom prst="rect">
              <a:avLst/>
            </a:prstGeom>
          </p:spPr>
        </p:pic>
        <p:pic>
          <p:nvPicPr>
            <p:cNvPr id="49" name="图形 48" descr="保暖帽">
              <a:extLst>
                <a:ext uri="{FF2B5EF4-FFF2-40B4-BE49-F238E27FC236}">
                  <a16:creationId xmlns:a16="http://schemas.microsoft.com/office/drawing/2014/main" id="{B235DBAA-2AF5-9348-9140-0D9735B9A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027462" y="1650497"/>
              <a:ext cx="539583" cy="540000"/>
            </a:xfrm>
            <a:prstGeom prst="rect">
              <a:avLst/>
            </a:prstGeom>
          </p:spPr>
        </p:pic>
        <p:pic>
          <p:nvPicPr>
            <p:cNvPr id="52" name="图形 51">
              <a:extLst>
                <a:ext uri="{FF2B5EF4-FFF2-40B4-BE49-F238E27FC236}">
                  <a16:creationId xmlns:a16="http://schemas.microsoft.com/office/drawing/2014/main" id="{DF6C9359-FBAC-AB42-8E3B-DE986F92F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rcRect/>
            <a:stretch/>
          </p:blipFill>
          <p:spPr>
            <a:xfrm>
              <a:off x="4136704" y="1650705"/>
              <a:ext cx="539583" cy="539583"/>
            </a:xfrm>
            <a:prstGeom prst="rect">
              <a:avLst/>
            </a:prstGeom>
          </p:spPr>
        </p:pic>
        <p:pic>
          <p:nvPicPr>
            <p:cNvPr id="53" name="图形 52" descr="眼镜">
              <a:extLst>
                <a:ext uri="{FF2B5EF4-FFF2-40B4-BE49-F238E27FC236}">
                  <a16:creationId xmlns:a16="http://schemas.microsoft.com/office/drawing/2014/main" id="{DAB7D1A3-8858-0E48-B2C9-8B77690B2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350305" y="1650497"/>
              <a:ext cx="539583" cy="540000"/>
            </a:xfrm>
            <a:prstGeom prst="rect">
              <a:avLst/>
            </a:prstGeom>
          </p:spPr>
        </p:pic>
        <p:pic>
          <p:nvPicPr>
            <p:cNvPr id="1058" name="Picture 34">
              <a:extLst>
                <a:ext uri="{FF2B5EF4-FFF2-40B4-BE49-F238E27FC236}">
                  <a16:creationId xmlns:a16="http://schemas.microsoft.com/office/drawing/2014/main" id="{9F419FE3-841D-E944-BFDE-130A1D9E70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" y="4225242"/>
              <a:ext cx="576000" cy="57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C66F14D6-0F6A-B647-9D24-968A4735880C}"/>
                </a:ext>
              </a:extLst>
            </p:cNvPr>
            <p:cNvSpPr/>
            <p:nvPr/>
          </p:nvSpPr>
          <p:spPr>
            <a:xfrm>
              <a:off x="659252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B6BE59F-04E0-044E-9111-2B0B47534284}"/>
                </a:ext>
              </a:extLst>
            </p:cNvPr>
            <p:cNvSpPr/>
            <p:nvPr/>
          </p:nvSpPr>
          <p:spPr>
            <a:xfrm>
              <a:off x="1328268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67C6A4C-E397-CE41-AD30-370F48EDDD40}"/>
                </a:ext>
              </a:extLst>
            </p:cNvPr>
            <p:cNvSpPr/>
            <p:nvPr/>
          </p:nvSpPr>
          <p:spPr>
            <a:xfrm>
              <a:off x="1997284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87" name="图形 86" descr="剪刀">
              <a:extLst>
                <a:ext uri="{FF2B5EF4-FFF2-40B4-BE49-F238E27FC236}">
                  <a16:creationId xmlns:a16="http://schemas.microsoft.com/office/drawing/2014/main" id="{90A5B080-24C6-704C-BF61-7512A1F2A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4801487" y="1650497"/>
              <a:ext cx="539583" cy="540000"/>
            </a:xfrm>
            <a:prstGeom prst="rect">
              <a:avLst/>
            </a:prstGeom>
          </p:spPr>
        </p:pic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B08A4F0B-C84D-0F45-9873-A8193177633C}"/>
                </a:ext>
              </a:extLst>
            </p:cNvPr>
            <p:cNvSpPr/>
            <p:nvPr/>
          </p:nvSpPr>
          <p:spPr>
            <a:xfrm>
              <a:off x="2666299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1764AC26-055E-2143-A9E3-BE56170EF3B9}"/>
                </a:ext>
              </a:extLst>
            </p:cNvPr>
            <p:cNvSpPr/>
            <p:nvPr/>
          </p:nvSpPr>
          <p:spPr>
            <a:xfrm>
              <a:off x="2666299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5C5DD961-D82D-5D4C-80D2-2A305352F920}"/>
                </a:ext>
              </a:extLst>
            </p:cNvPr>
            <p:cNvSpPr/>
            <p:nvPr/>
          </p:nvSpPr>
          <p:spPr>
            <a:xfrm>
              <a:off x="2666299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4" name="图形 93">
              <a:extLst>
                <a:ext uri="{FF2B5EF4-FFF2-40B4-BE49-F238E27FC236}">
                  <a16:creationId xmlns:a16="http://schemas.microsoft.com/office/drawing/2014/main" id="{282F0D59-33BD-6E43-84BE-48FA1512F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rcRect/>
            <a:stretch/>
          </p:blipFill>
          <p:spPr>
            <a:xfrm>
              <a:off x="2690421" y="1650705"/>
              <a:ext cx="539583" cy="539583"/>
            </a:xfrm>
            <a:prstGeom prst="rect">
              <a:avLst/>
            </a:prstGeom>
          </p:spPr>
        </p:pic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DFFA595D-BD0A-1542-B233-8A899848FB4E}"/>
                </a:ext>
              </a:extLst>
            </p:cNvPr>
            <p:cNvSpPr/>
            <p:nvPr/>
          </p:nvSpPr>
          <p:spPr>
            <a:xfrm>
              <a:off x="2666299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1C55940A-71DD-CC41-8074-990AF4171BC5}"/>
                </a:ext>
              </a:extLst>
            </p:cNvPr>
            <p:cNvSpPr/>
            <p:nvPr/>
          </p:nvSpPr>
          <p:spPr>
            <a:xfrm>
              <a:off x="4108035" y="223110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F226544E-440D-4047-BE41-39FF13144D2C}"/>
                </a:ext>
              </a:extLst>
            </p:cNvPr>
            <p:cNvSpPr/>
            <p:nvPr/>
          </p:nvSpPr>
          <p:spPr>
            <a:xfrm>
              <a:off x="4108035" y="289883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B38EA365-AE3B-154F-8FD2-D17D29AF58B6}"/>
                </a:ext>
              </a:extLst>
            </p:cNvPr>
            <p:cNvSpPr/>
            <p:nvPr/>
          </p:nvSpPr>
          <p:spPr>
            <a:xfrm>
              <a:off x="4108035" y="356656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C5B13E71-B020-AB4A-A2BF-BCCDCD6DC95A}"/>
                </a:ext>
              </a:extLst>
            </p:cNvPr>
            <p:cNvSpPr/>
            <p:nvPr/>
          </p:nvSpPr>
          <p:spPr>
            <a:xfrm>
              <a:off x="4108035" y="423561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E20DBBA1-7A91-1D4F-8FE0-47A9B67CE6B2}"/>
                </a:ext>
              </a:extLst>
            </p:cNvPr>
            <p:cNvSpPr/>
            <p:nvPr/>
          </p:nvSpPr>
          <p:spPr>
            <a:xfrm>
              <a:off x="4777365" y="223110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9D14F00-D671-1E43-A170-76E0D72D5F47}"/>
                </a:ext>
              </a:extLst>
            </p:cNvPr>
            <p:cNvSpPr/>
            <p:nvPr/>
          </p:nvSpPr>
          <p:spPr>
            <a:xfrm>
              <a:off x="4777365" y="289883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8D0B79B-3648-AF4E-88A9-D70AC9981898}"/>
                </a:ext>
              </a:extLst>
            </p:cNvPr>
            <p:cNvSpPr/>
            <p:nvPr/>
          </p:nvSpPr>
          <p:spPr>
            <a:xfrm>
              <a:off x="4777365" y="356656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EDC3A6D5-99BF-6542-B2CB-EC0197832B24}"/>
                </a:ext>
              </a:extLst>
            </p:cNvPr>
            <p:cNvSpPr/>
            <p:nvPr/>
          </p:nvSpPr>
          <p:spPr>
            <a:xfrm>
              <a:off x="4777365" y="423561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01793F2E-043E-9D4D-B0EA-D1B2847B7DE4}"/>
                </a:ext>
              </a:extLst>
            </p:cNvPr>
            <p:cNvSpPr/>
            <p:nvPr/>
          </p:nvSpPr>
          <p:spPr>
            <a:xfrm>
              <a:off x="659252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2AC2BFC2-8806-3B4E-8917-8036DE7BBB09}"/>
                </a:ext>
              </a:extLst>
            </p:cNvPr>
            <p:cNvSpPr/>
            <p:nvPr/>
          </p:nvSpPr>
          <p:spPr>
            <a:xfrm>
              <a:off x="1328268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1F45C52-E7C5-6743-80C4-EE08192BE74D}"/>
                </a:ext>
              </a:extLst>
            </p:cNvPr>
            <p:cNvSpPr/>
            <p:nvPr/>
          </p:nvSpPr>
          <p:spPr>
            <a:xfrm>
              <a:off x="1997284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9D800D1E-E90C-5B40-9229-7E732E7D75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7202" t="52503"/>
            <a:stretch/>
          </p:blipFill>
          <p:spPr>
            <a:xfrm>
              <a:off x="36822" y="5660460"/>
              <a:ext cx="505856" cy="576000"/>
            </a:xfrm>
            <a:prstGeom prst="rect">
              <a:avLst/>
            </a:prstGeom>
          </p:spPr>
        </p:pic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DA152820-74FD-564E-B663-7E20FA304CA0}"/>
                </a:ext>
              </a:extLst>
            </p:cNvPr>
            <p:cNvSpPr/>
            <p:nvPr/>
          </p:nvSpPr>
          <p:spPr>
            <a:xfrm>
              <a:off x="659252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FDBD9D0B-5062-4641-B932-14859DA75704}"/>
                </a:ext>
              </a:extLst>
            </p:cNvPr>
            <p:cNvSpPr/>
            <p:nvPr/>
          </p:nvSpPr>
          <p:spPr>
            <a:xfrm>
              <a:off x="1328268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245EAE65-02B5-4448-8169-ECC8EC736B23}"/>
                </a:ext>
              </a:extLst>
            </p:cNvPr>
            <p:cNvSpPr/>
            <p:nvPr/>
          </p:nvSpPr>
          <p:spPr>
            <a:xfrm>
              <a:off x="1997284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D6685468-607E-A045-89C7-67645CC5F9AA}"/>
                </a:ext>
              </a:extLst>
            </p:cNvPr>
            <p:cNvSpPr/>
            <p:nvPr/>
          </p:nvSpPr>
          <p:spPr>
            <a:xfrm>
              <a:off x="2666299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C5D9D3D0-F149-1C40-9A35-F5664CB28853}"/>
                </a:ext>
              </a:extLst>
            </p:cNvPr>
            <p:cNvSpPr/>
            <p:nvPr/>
          </p:nvSpPr>
          <p:spPr>
            <a:xfrm>
              <a:off x="2666299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9" name="Picture 4">
              <a:extLst>
                <a:ext uri="{FF2B5EF4-FFF2-40B4-BE49-F238E27FC236}">
                  <a16:creationId xmlns:a16="http://schemas.microsoft.com/office/drawing/2014/main" id="{15B59CB3-BD9E-484A-9888-3C0E5485F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086" y="6248288"/>
              <a:ext cx="615671" cy="75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5F8CF763-0704-9D4B-A7EE-46C1E25EBC75}"/>
                </a:ext>
              </a:extLst>
            </p:cNvPr>
            <p:cNvSpPr/>
            <p:nvPr/>
          </p:nvSpPr>
          <p:spPr>
            <a:xfrm>
              <a:off x="4108035" y="566046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72CF503F-65AD-4640-BA53-94F285E8DBEC}"/>
                </a:ext>
              </a:extLst>
            </p:cNvPr>
            <p:cNvSpPr/>
            <p:nvPr/>
          </p:nvSpPr>
          <p:spPr>
            <a:xfrm>
              <a:off x="4108035" y="632819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A935B0B2-48A1-2141-BB57-A87C537DD9DD}"/>
                </a:ext>
              </a:extLst>
            </p:cNvPr>
            <p:cNvSpPr/>
            <p:nvPr/>
          </p:nvSpPr>
          <p:spPr>
            <a:xfrm>
              <a:off x="4777365" y="566046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491A6044-307E-A24C-8372-33BB1AF519F9}"/>
                </a:ext>
              </a:extLst>
            </p:cNvPr>
            <p:cNvSpPr/>
            <p:nvPr/>
          </p:nvSpPr>
          <p:spPr>
            <a:xfrm>
              <a:off x="4777365" y="632819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26" name="图片 125">
              <a:extLst>
                <a:ext uri="{FF2B5EF4-FFF2-40B4-BE49-F238E27FC236}">
                  <a16:creationId xmlns:a16="http://schemas.microsoft.com/office/drawing/2014/main" id="{59352A72-5C10-6B47-8BF6-3C8083163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grayscl/>
            </a:blip>
            <a:stretch>
              <a:fillRect/>
            </a:stretch>
          </p:blipFill>
          <p:spPr>
            <a:xfrm>
              <a:off x="4227335" y="3018138"/>
              <a:ext cx="349227" cy="349227"/>
            </a:xfrm>
            <a:prstGeom prst="rect">
              <a:avLst/>
            </a:prstGeom>
          </p:spPr>
        </p:pic>
        <p:pic>
          <p:nvPicPr>
            <p:cNvPr id="127" name="图片 126">
              <a:extLst>
                <a:ext uri="{FF2B5EF4-FFF2-40B4-BE49-F238E27FC236}">
                  <a16:creationId xmlns:a16="http://schemas.microsoft.com/office/drawing/2014/main" id="{6817FAFD-2AFC-1F43-A247-6D8601669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grayscl/>
            </a:blip>
            <a:stretch>
              <a:fillRect/>
            </a:stretch>
          </p:blipFill>
          <p:spPr>
            <a:xfrm>
              <a:off x="1439267" y="4358309"/>
              <a:ext cx="349227" cy="349227"/>
            </a:xfrm>
            <a:prstGeom prst="rect">
              <a:avLst/>
            </a:prstGeom>
          </p:spPr>
        </p:pic>
        <p:pic>
          <p:nvPicPr>
            <p:cNvPr id="128" name="图片 127">
              <a:extLst>
                <a:ext uri="{FF2B5EF4-FFF2-40B4-BE49-F238E27FC236}">
                  <a16:creationId xmlns:a16="http://schemas.microsoft.com/office/drawing/2014/main" id="{4730F89F-7278-034C-8BEA-53B1C0722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grayscl/>
            </a:blip>
            <a:stretch>
              <a:fillRect/>
            </a:stretch>
          </p:blipFill>
          <p:spPr>
            <a:xfrm>
              <a:off x="2120922" y="3018138"/>
              <a:ext cx="349227" cy="349227"/>
            </a:xfrm>
            <a:prstGeom prst="rect">
              <a:avLst/>
            </a:prstGeom>
          </p:spPr>
        </p:pic>
        <p:pic>
          <p:nvPicPr>
            <p:cNvPr id="129" name="图片 128">
              <a:extLst>
                <a:ext uri="{FF2B5EF4-FFF2-40B4-BE49-F238E27FC236}">
                  <a16:creationId xmlns:a16="http://schemas.microsoft.com/office/drawing/2014/main" id="{CE3BB579-E6C4-8F42-9B28-7E39AC297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grayscl/>
            </a:blip>
            <a:stretch>
              <a:fillRect/>
            </a:stretch>
          </p:blipFill>
          <p:spPr>
            <a:xfrm>
              <a:off x="4896664" y="5781451"/>
              <a:ext cx="349227" cy="349227"/>
            </a:xfrm>
            <a:prstGeom prst="rect">
              <a:avLst/>
            </a:prstGeom>
          </p:spPr>
        </p:pic>
        <p:pic>
          <p:nvPicPr>
            <p:cNvPr id="130" name="图片 129">
              <a:extLst>
                <a:ext uri="{FF2B5EF4-FFF2-40B4-BE49-F238E27FC236}">
                  <a16:creationId xmlns:a16="http://schemas.microsoft.com/office/drawing/2014/main" id="{9DFEBDA8-3D77-4945-88BE-6D00B19C7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grayscl/>
            </a:blip>
            <a:stretch>
              <a:fillRect/>
            </a:stretch>
          </p:blipFill>
          <p:spPr>
            <a:xfrm>
              <a:off x="2788694" y="3685868"/>
              <a:ext cx="349227" cy="349227"/>
            </a:xfrm>
            <a:prstGeom prst="rect">
              <a:avLst/>
            </a:prstGeom>
          </p:spPr>
        </p:pic>
        <p:pic>
          <p:nvPicPr>
            <p:cNvPr id="131" name="图片 130">
              <a:extLst>
                <a:ext uri="{FF2B5EF4-FFF2-40B4-BE49-F238E27FC236}">
                  <a16:creationId xmlns:a16="http://schemas.microsoft.com/office/drawing/2014/main" id="{9CB346C3-22AA-5B46-9FCF-AFADD798B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grayscl/>
            </a:blip>
            <a:stretch>
              <a:fillRect/>
            </a:stretch>
          </p:blipFill>
          <p:spPr>
            <a:xfrm>
              <a:off x="1449737" y="3018138"/>
              <a:ext cx="349227" cy="349227"/>
            </a:xfrm>
            <a:prstGeom prst="rect">
              <a:avLst/>
            </a:prstGeom>
          </p:spPr>
        </p:pic>
        <p:pic>
          <p:nvPicPr>
            <p:cNvPr id="132" name="图片 131">
              <a:extLst>
                <a:ext uri="{FF2B5EF4-FFF2-40B4-BE49-F238E27FC236}">
                  <a16:creationId xmlns:a16="http://schemas.microsoft.com/office/drawing/2014/main" id="{F9425327-D968-9F4E-A15B-491C51469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grayscl/>
            </a:blip>
            <a:stretch>
              <a:fillRect/>
            </a:stretch>
          </p:blipFill>
          <p:spPr>
            <a:xfrm>
              <a:off x="2792829" y="6447490"/>
              <a:ext cx="349227" cy="349227"/>
            </a:xfrm>
            <a:prstGeom prst="rect">
              <a:avLst/>
            </a:prstGeom>
          </p:spPr>
        </p:pic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32563B-54BE-C847-B49C-D9227FDBA3F6}"/>
                </a:ext>
              </a:extLst>
            </p:cNvPr>
            <p:cNvSpPr txBox="1"/>
            <p:nvPr/>
          </p:nvSpPr>
          <p:spPr>
            <a:xfrm>
              <a:off x="3319536" y="2168180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2981A8A6-9CD5-334C-8A99-82902BC92522}"/>
                </a:ext>
              </a:extLst>
            </p:cNvPr>
            <p:cNvSpPr txBox="1"/>
            <p:nvPr/>
          </p:nvSpPr>
          <p:spPr>
            <a:xfrm>
              <a:off x="3319536" y="2832320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C355ADE-F9AB-D347-9175-B165E1425941}"/>
                </a:ext>
              </a:extLst>
            </p:cNvPr>
            <p:cNvSpPr txBox="1"/>
            <p:nvPr/>
          </p:nvSpPr>
          <p:spPr>
            <a:xfrm>
              <a:off x="3319536" y="3506538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0E7FFC93-49F0-254A-B6A0-5BCC7DD3D301}"/>
                </a:ext>
              </a:extLst>
            </p:cNvPr>
            <p:cNvSpPr txBox="1"/>
            <p:nvPr/>
          </p:nvSpPr>
          <p:spPr>
            <a:xfrm>
              <a:off x="3319536" y="4177620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DCD735E3-A236-934D-89CD-576C2D9180E2}"/>
                </a:ext>
              </a:extLst>
            </p:cNvPr>
            <p:cNvSpPr txBox="1"/>
            <p:nvPr/>
          </p:nvSpPr>
          <p:spPr>
            <a:xfrm>
              <a:off x="3319536" y="5598471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9ABC0DF3-DAEC-EA48-AA5E-DE3CE25FF630}"/>
                </a:ext>
              </a:extLst>
            </p:cNvPr>
            <p:cNvSpPr txBox="1"/>
            <p:nvPr/>
          </p:nvSpPr>
          <p:spPr>
            <a:xfrm>
              <a:off x="3319536" y="6269553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ADB903D7-351A-AE4F-9689-9371F2B6EA31}"/>
                </a:ext>
              </a:extLst>
            </p:cNvPr>
            <p:cNvSpPr txBox="1"/>
            <p:nvPr/>
          </p:nvSpPr>
          <p:spPr>
            <a:xfrm rot="16200000">
              <a:off x="561064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CB23A41F-3395-EC44-B04C-A4E381A313D5}"/>
                </a:ext>
              </a:extLst>
            </p:cNvPr>
            <p:cNvSpPr txBox="1"/>
            <p:nvPr/>
          </p:nvSpPr>
          <p:spPr>
            <a:xfrm rot="16200000">
              <a:off x="1225204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7AF7C8AD-4116-E34A-B9AB-A8D22D52F69C}"/>
                </a:ext>
              </a:extLst>
            </p:cNvPr>
            <p:cNvSpPr txBox="1"/>
            <p:nvPr/>
          </p:nvSpPr>
          <p:spPr>
            <a:xfrm rot="16200000">
              <a:off x="1899422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741D6BA-695E-A84E-A031-090AC9A68175}"/>
                </a:ext>
              </a:extLst>
            </p:cNvPr>
            <p:cNvSpPr txBox="1"/>
            <p:nvPr/>
          </p:nvSpPr>
          <p:spPr>
            <a:xfrm rot="16200000">
              <a:off x="2570504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04B0CF36-25AA-BC46-8543-AC1810649145}"/>
                </a:ext>
              </a:extLst>
            </p:cNvPr>
            <p:cNvSpPr txBox="1"/>
            <p:nvPr/>
          </p:nvSpPr>
          <p:spPr>
            <a:xfrm rot="16200000">
              <a:off x="3991355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87F4B039-BD6F-7945-9952-4E1A4EB58479}"/>
                </a:ext>
              </a:extLst>
            </p:cNvPr>
            <p:cNvSpPr txBox="1"/>
            <p:nvPr/>
          </p:nvSpPr>
          <p:spPr>
            <a:xfrm rot="16200000">
              <a:off x="4662437" y="487108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pic>
          <p:nvPicPr>
            <p:cNvPr id="188" name="图片 187">
              <a:extLst>
                <a:ext uri="{FF2B5EF4-FFF2-40B4-BE49-F238E27FC236}">
                  <a16:creationId xmlns:a16="http://schemas.microsoft.com/office/drawing/2014/main" id="{5C3C129C-361F-1045-811A-91F5EEEBF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grayscl/>
            </a:blip>
            <a:stretch>
              <a:fillRect/>
            </a:stretch>
          </p:blipFill>
          <p:spPr>
            <a:xfrm>
              <a:off x="4896671" y="4359052"/>
              <a:ext cx="349227" cy="349227"/>
            </a:xfrm>
            <a:prstGeom prst="rect">
              <a:avLst/>
            </a:prstGeom>
          </p:spPr>
        </p:pic>
      </p:grpSp>
      <p:pic>
        <p:nvPicPr>
          <p:cNvPr id="189" name="图形 188" descr="剪刀">
            <a:extLst>
              <a:ext uri="{FF2B5EF4-FFF2-40B4-BE49-F238E27FC236}">
                <a16:creationId xmlns:a16="http://schemas.microsoft.com/office/drawing/2014/main" id="{3D98C06E-5686-DE44-A1EE-2C9D8C08EF88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1438669" y="802757"/>
            <a:ext cx="539583" cy="540000"/>
          </a:xfrm>
          <a:prstGeom prst="rect">
            <a:avLst/>
          </a:prstGeom>
        </p:spPr>
      </p:pic>
      <p:pic>
        <p:nvPicPr>
          <p:cNvPr id="190" name="图形 189" descr="剪刀">
            <a:extLst>
              <a:ext uri="{FF2B5EF4-FFF2-40B4-BE49-F238E27FC236}">
                <a16:creationId xmlns:a16="http://schemas.microsoft.com/office/drawing/2014/main" id="{BDED1B70-AAA7-5645-B9B1-7ACD1FCC1958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4105112" y="85134"/>
            <a:ext cx="539583" cy="540000"/>
          </a:xfrm>
          <a:prstGeom prst="rect">
            <a:avLst/>
          </a:prstGeom>
        </p:spPr>
      </p:pic>
      <p:sp>
        <p:nvSpPr>
          <p:cNvPr id="191" name="文本框 190">
            <a:extLst>
              <a:ext uri="{FF2B5EF4-FFF2-40B4-BE49-F238E27FC236}">
                <a16:creationId xmlns:a16="http://schemas.microsoft.com/office/drawing/2014/main" id="{99EA0359-DF39-C240-921D-6191D3522762}"/>
              </a:ext>
            </a:extLst>
          </p:cNvPr>
          <p:cNvSpPr txBox="1"/>
          <p:nvPr/>
        </p:nvSpPr>
        <p:spPr>
          <a:xfrm>
            <a:off x="12022069" y="78475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384A2E64-296C-3C4B-BC70-8DC7536DD869}"/>
              </a:ext>
            </a:extLst>
          </p:cNvPr>
          <p:cNvSpPr txBox="1"/>
          <p:nvPr/>
        </p:nvSpPr>
        <p:spPr>
          <a:xfrm>
            <a:off x="11429615" y="-579099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71C73E9C-94BB-F24C-BF7A-012A5CDE5EC4}"/>
              </a:ext>
            </a:extLst>
          </p:cNvPr>
          <p:cNvSpPr txBox="1"/>
          <p:nvPr/>
        </p:nvSpPr>
        <p:spPr>
          <a:xfrm>
            <a:off x="14709249" y="8513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4" name="燕尾形箭头 193">
            <a:extLst>
              <a:ext uri="{FF2B5EF4-FFF2-40B4-BE49-F238E27FC236}">
                <a16:creationId xmlns:a16="http://schemas.microsoft.com/office/drawing/2014/main" id="{05B0EB4A-5886-DC45-ADAE-BA799D7BECD1}"/>
              </a:ext>
            </a:extLst>
          </p:cNvPr>
          <p:cNvSpPr>
            <a:spLocks noChangeAspect="1"/>
          </p:cNvSpPr>
          <p:nvPr/>
        </p:nvSpPr>
        <p:spPr>
          <a:xfrm>
            <a:off x="16199409" y="3502699"/>
            <a:ext cx="1098117" cy="721439"/>
          </a:xfrm>
          <a:prstGeom prst="notchedRightArrow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5" name="圆角矩形 194">
            <a:extLst>
              <a:ext uri="{FF2B5EF4-FFF2-40B4-BE49-F238E27FC236}">
                <a16:creationId xmlns:a16="http://schemas.microsoft.com/office/drawing/2014/main" id="{E1462809-7E30-FE44-9FD7-9C93C7BC1B9A}"/>
              </a:ext>
            </a:extLst>
          </p:cNvPr>
          <p:cNvSpPr/>
          <p:nvPr/>
        </p:nvSpPr>
        <p:spPr>
          <a:xfrm>
            <a:off x="17568078" y="1582123"/>
            <a:ext cx="4406324" cy="425116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rgbClr val="7030A0"/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6" name="图片 195">
            <a:extLst>
              <a:ext uri="{FF2B5EF4-FFF2-40B4-BE49-F238E27FC236}">
                <a16:creationId xmlns:a16="http://schemas.microsoft.com/office/drawing/2014/main" id="{A8A20C85-4BF6-034D-9C1D-8D9CC7CA14E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2503" r="60164"/>
          <a:stretch/>
        </p:blipFill>
        <p:spPr>
          <a:xfrm>
            <a:off x="18225731" y="2334950"/>
            <a:ext cx="470848" cy="576000"/>
          </a:xfrm>
          <a:prstGeom prst="rect">
            <a:avLst/>
          </a:prstGeom>
        </p:spPr>
      </p:pic>
      <p:pic>
        <p:nvPicPr>
          <p:cNvPr id="197" name="Picture 34">
            <a:extLst>
              <a:ext uri="{FF2B5EF4-FFF2-40B4-BE49-F238E27FC236}">
                <a16:creationId xmlns:a16="http://schemas.microsoft.com/office/drawing/2014/main" id="{285634AE-2CB8-DE4D-9D29-D4091F752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88367" y="3765819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Picture 4">
            <a:extLst>
              <a:ext uri="{FF2B5EF4-FFF2-40B4-BE49-F238E27FC236}">
                <a16:creationId xmlns:a16="http://schemas.microsoft.com/office/drawing/2014/main" id="{D20B6B41-FAEF-B142-BEEF-B5A18AA15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168547" y="5066065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图形 200">
            <a:extLst>
              <a:ext uri="{FF2B5EF4-FFF2-40B4-BE49-F238E27FC236}">
                <a16:creationId xmlns:a16="http://schemas.microsoft.com/office/drawing/2014/main" id="{BF445127-EB1E-A340-9F76-7921B20C17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18850546" y="2353164"/>
            <a:ext cx="539583" cy="539583"/>
          </a:xfrm>
          <a:prstGeom prst="rect">
            <a:avLst/>
          </a:prstGeom>
        </p:spPr>
      </p:pic>
      <p:pic>
        <p:nvPicPr>
          <p:cNvPr id="202" name="图形 201">
            <a:extLst>
              <a:ext uri="{FF2B5EF4-FFF2-40B4-BE49-F238E27FC236}">
                <a16:creationId xmlns:a16="http://schemas.microsoft.com/office/drawing/2014/main" id="{18B66DE2-AFBB-7D44-BFB3-EFFEDD46436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8859826" y="3784033"/>
            <a:ext cx="539583" cy="539583"/>
          </a:xfrm>
          <a:prstGeom prst="rect">
            <a:avLst/>
          </a:prstGeom>
        </p:spPr>
      </p:pic>
      <p:pic>
        <p:nvPicPr>
          <p:cNvPr id="203" name="图形 202">
            <a:extLst>
              <a:ext uri="{FF2B5EF4-FFF2-40B4-BE49-F238E27FC236}">
                <a16:creationId xmlns:a16="http://schemas.microsoft.com/office/drawing/2014/main" id="{3A02F6BC-9F7A-3748-B8CC-3A3AFD02894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8859826" y="5174289"/>
            <a:ext cx="539583" cy="539583"/>
          </a:xfrm>
          <a:prstGeom prst="rect">
            <a:avLst/>
          </a:prstGeom>
        </p:spPr>
      </p:pic>
      <p:pic>
        <p:nvPicPr>
          <p:cNvPr id="207" name="图片 206">
            <a:extLst>
              <a:ext uri="{FF2B5EF4-FFF2-40B4-BE49-F238E27FC236}">
                <a16:creationId xmlns:a16="http://schemas.microsoft.com/office/drawing/2014/main" id="{F192DF75-6BC5-094C-AE32-86FBF8BBC3F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84" r="58083" b="52922"/>
          <a:stretch/>
        </p:blipFill>
        <p:spPr>
          <a:xfrm>
            <a:off x="18200235" y="1662327"/>
            <a:ext cx="521840" cy="576000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CCBF7397-F33A-7C4F-A7CA-4D04D4D12F0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8083" b="52503"/>
          <a:stretch/>
        </p:blipFill>
        <p:spPr>
          <a:xfrm>
            <a:off x="18213435" y="3052573"/>
            <a:ext cx="495440" cy="576000"/>
          </a:xfrm>
          <a:prstGeom prst="rect">
            <a:avLst/>
          </a:prstGeom>
        </p:spPr>
      </p:pic>
      <p:pic>
        <p:nvPicPr>
          <p:cNvPr id="209" name="图片 208">
            <a:extLst>
              <a:ext uri="{FF2B5EF4-FFF2-40B4-BE49-F238E27FC236}">
                <a16:creationId xmlns:a16="http://schemas.microsoft.com/office/drawing/2014/main" id="{8C172B92-001F-E546-81CB-D4BD5B95D55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7202" t="52503"/>
          <a:stretch/>
        </p:blipFill>
        <p:spPr>
          <a:xfrm>
            <a:off x="18223439" y="4438442"/>
            <a:ext cx="505856" cy="576000"/>
          </a:xfrm>
          <a:prstGeom prst="rect">
            <a:avLst/>
          </a:prstGeom>
        </p:spPr>
      </p:pic>
      <p:pic>
        <p:nvPicPr>
          <p:cNvPr id="210" name="图形 209">
            <a:extLst>
              <a:ext uri="{FF2B5EF4-FFF2-40B4-BE49-F238E27FC236}">
                <a16:creationId xmlns:a16="http://schemas.microsoft.com/office/drawing/2014/main" id="{D69862D5-883A-F549-8B5F-83E245A13C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8850546" y="1680541"/>
            <a:ext cx="539583" cy="539583"/>
          </a:xfrm>
          <a:prstGeom prst="rect">
            <a:avLst/>
          </a:prstGeom>
        </p:spPr>
      </p:pic>
      <p:pic>
        <p:nvPicPr>
          <p:cNvPr id="211" name="图形 210">
            <a:extLst>
              <a:ext uri="{FF2B5EF4-FFF2-40B4-BE49-F238E27FC236}">
                <a16:creationId xmlns:a16="http://schemas.microsoft.com/office/drawing/2014/main" id="{2E883083-3C74-5245-A9C4-4563D74721E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8860109" y="3070797"/>
            <a:ext cx="539583" cy="539583"/>
          </a:xfrm>
          <a:prstGeom prst="rect">
            <a:avLst/>
          </a:prstGeom>
        </p:spPr>
      </p:pic>
      <p:pic>
        <p:nvPicPr>
          <p:cNvPr id="213" name="图形 212">
            <a:extLst>
              <a:ext uri="{FF2B5EF4-FFF2-40B4-BE49-F238E27FC236}">
                <a16:creationId xmlns:a16="http://schemas.microsoft.com/office/drawing/2014/main" id="{DCB09766-3FF8-1640-9923-D39DF60F66A4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18849491" y="4456656"/>
            <a:ext cx="539583" cy="539583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1C5CFA11-E445-D245-8EB5-A5808D2E2A1B}"/>
              </a:ext>
            </a:extLst>
          </p:cNvPr>
          <p:cNvSpPr txBox="1"/>
          <p:nvPr/>
        </p:nvSpPr>
        <p:spPr>
          <a:xfrm>
            <a:off x="10044745" y="-657694"/>
            <a:ext cx="5367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solidFill>
                  <a:srgbClr val="961213"/>
                </a:solidFill>
                <a:latin typeface="Telugu MN" pitchFamily="2" charset="0"/>
                <a:cs typeface="Telugu MN" pitchFamily="2" charset="0"/>
              </a:rPr>
              <a:t>Positive Samples</a:t>
            </a:r>
            <a:endParaRPr kumimoji="1" lang="zh-CN" altLang="en-US" sz="2800" dirty="0">
              <a:solidFill>
                <a:srgbClr val="961213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18" name="燕尾形箭头 217">
            <a:extLst>
              <a:ext uri="{FF2B5EF4-FFF2-40B4-BE49-F238E27FC236}">
                <a16:creationId xmlns:a16="http://schemas.microsoft.com/office/drawing/2014/main" id="{7016F210-78E2-5647-9754-4206CBA80FF2}"/>
              </a:ext>
            </a:extLst>
          </p:cNvPr>
          <p:cNvSpPr>
            <a:spLocks noChangeAspect="1"/>
          </p:cNvSpPr>
          <p:nvPr/>
        </p:nvSpPr>
        <p:spPr>
          <a:xfrm rot="5400000">
            <a:off x="12363712" y="1774933"/>
            <a:ext cx="709604" cy="456929"/>
          </a:xfrm>
          <a:prstGeom prst="notchedRightArrow">
            <a:avLst/>
          </a:prstGeom>
          <a:solidFill>
            <a:srgbClr val="C00000">
              <a:alpha val="30196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3AA50CBD-FA1C-C74D-BF32-93BD7E099178}"/>
              </a:ext>
            </a:extLst>
          </p:cNvPr>
          <p:cNvSpPr txBox="1"/>
          <p:nvPr/>
        </p:nvSpPr>
        <p:spPr>
          <a:xfrm>
            <a:off x="13131470" y="1513753"/>
            <a:ext cx="2776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Serve</a:t>
            </a:r>
            <a:r>
              <a:rPr kumimoji="1" lang="zh-CN" altLang="en-US" sz="2800" dirty="0">
                <a:latin typeface="Telugu MN" pitchFamily="2" charset="0"/>
                <a:cs typeface="Telugu MN" pitchFamily="2" charset="0"/>
              </a:rPr>
              <a:t> </a:t>
            </a:r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as </a:t>
            </a:r>
          </a:p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positive signals</a:t>
            </a:r>
            <a:endParaRPr kumimoji="1" lang="zh-CN" altLang="en-US" sz="28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20" name="燕尾形箭头 219">
            <a:extLst>
              <a:ext uri="{FF2B5EF4-FFF2-40B4-BE49-F238E27FC236}">
                <a16:creationId xmlns:a16="http://schemas.microsoft.com/office/drawing/2014/main" id="{5C958022-065D-E645-8383-695F77954FFD}"/>
              </a:ext>
            </a:extLst>
          </p:cNvPr>
          <p:cNvSpPr>
            <a:spLocks noChangeAspect="1"/>
          </p:cNvSpPr>
          <p:nvPr/>
        </p:nvSpPr>
        <p:spPr>
          <a:xfrm>
            <a:off x="7766172" y="6913418"/>
            <a:ext cx="1142978" cy="721439"/>
          </a:xfrm>
          <a:prstGeom prst="notchedRightArrow">
            <a:avLst/>
          </a:prstGeom>
          <a:solidFill>
            <a:schemeClr val="accent6">
              <a:lumMod val="20000"/>
              <a:lumOff val="80000"/>
              <a:alpha val="30196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221" name="圆角矩形 220">
            <a:extLst>
              <a:ext uri="{FF2B5EF4-FFF2-40B4-BE49-F238E27FC236}">
                <a16:creationId xmlns:a16="http://schemas.microsoft.com/office/drawing/2014/main" id="{FE237ACC-E15F-474A-B2E0-1320E4C2004D}"/>
              </a:ext>
            </a:extLst>
          </p:cNvPr>
          <p:cNvSpPr/>
          <p:nvPr/>
        </p:nvSpPr>
        <p:spPr>
          <a:xfrm>
            <a:off x="9388948" y="6232931"/>
            <a:ext cx="6673443" cy="210059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chemeClr val="accent6">
                <a:lumMod val="75000"/>
              </a:schemeClr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22" name="图片 221">
            <a:extLst>
              <a:ext uri="{FF2B5EF4-FFF2-40B4-BE49-F238E27FC236}">
                <a16:creationId xmlns:a16="http://schemas.microsoft.com/office/drawing/2014/main" id="{C976D27E-A3AB-F947-B732-F99B16EFF2F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2503" r="60164"/>
          <a:stretch/>
        </p:blipFill>
        <p:spPr>
          <a:xfrm>
            <a:off x="9518972" y="7009204"/>
            <a:ext cx="470848" cy="576000"/>
          </a:xfrm>
          <a:prstGeom prst="rect">
            <a:avLst/>
          </a:prstGeom>
        </p:spPr>
      </p:pic>
      <p:pic>
        <p:nvPicPr>
          <p:cNvPr id="223" name="Picture 34">
            <a:extLst>
              <a:ext uri="{FF2B5EF4-FFF2-40B4-BE49-F238E27FC236}">
                <a16:creationId xmlns:a16="http://schemas.microsoft.com/office/drawing/2014/main" id="{E95DFEEA-81B4-584E-8048-E698AA9DF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58519" y="6313135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Picture 4">
            <a:extLst>
              <a:ext uri="{FF2B5EF4-FFF2-40B4-BE49-F238E27FC236}">
                <a16:creationId xmlns:a16="http://schemas.microsoft.com/office/drawing/2014/main" id="{35AF96A9-25BB-3844-B591-FAF45753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38699" y="7613381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图形 224">
            <a:extLst>
              <a:ext uri="{FF2B5EF4-FFF2-40B4-BE49-F238E27FC236}">
                <a16:creationId xmlns:a16="http://schemas.microsoft.com/office/drawing/2014/main" id="{BB50872F-D7B6-D84A-843A-FE75038E87E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10794771" y="7027420"/>
            <a:ext cx="539583" cy="539583"/>
          </a:xfrm>
          <a:prstGeom prst="rect">
            <a:avLst/>
          </a:prstGeom>
        </p:spPr>
      </p:pic>
      <p:pic>
        <p:nvPicPr>
          <p:cNvPr id="227" name="图形 226">
            <a:extLst>
              <a:ext uri="{FF2B5EF4-FFF2-40B4-BE49-F238E27FC236}">
                <a16:creationId xmlns:a16="http://schemas.microsoft.com/office/drawing/2014/main" id="{698AE7D1-14EE-8246-849C-2876D5105165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10143787" y="7027420"/>
            <a:ext cx="539583" cy="539583"/>
          </a:xfrm>
          <a:prstGeom prst="rect">
            <a:avLst/>
          </a:prstGeom>
        </p:spPr>
      </p:pic>
      <p:pic>
        <p:nvPicPr>
          <p:cNvPr id="228" name="图形 227">
            <a:extLst>
              <a:ext uri="{FF2B5EF4-FFF2-40B4-BE49-F238E27FC236}">
                <a16:creationId xmlns:a16="http://schemas.microsoft.com/office/drawing/2014/main" id="{133B8DC6-82C7-014F-A515-D6F7057E960F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3429978" y="6331351"/>
            <a:ext cx="539583" cy="539583"/>
          </a:xfrm>
          <a:prstGeom prst="rect">
            <a:avLst/>
          </a:prstGeom>
        </p:spPr>
      </p:pic>
      <p:pic>
        <p:nvPicPr>
          <p:cNvPr id="229" name="图形 228">
            <a:extLst>
              <a:ext uri="{FF2B5EF4-FFF2-40B4-BE49-F238E27FC236}">
                <a16:creationId xmlns:a16="http://schemas.microsoft.com/office/drawing/2014/main" id="{31DA23B2-A212-D64F-B15C-C58EF7939CC7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13429978" y="7650158"/>
            <a:ext cx="539583" cy="539583"/>
          </a:xfrm>
          <a:prstGeom prst="rect">
            <a:avLst/>
          </a:prstGeom>
        </p:spPr>
      </p:pic>
      <p:sp>
        <p:nvSpPr>
          <p:cNvPr id="230" name="文本框 229">
            <a:extLst>
              <a:ext uri="{FF2B5EF4-FFF2-40B4-BE49-F238E27FC236}">
                <a16:creationId xmlns:a16="http://schemas.microsoft.com/office/drawing/2014/main" id="{14125481-9099-284D-9647-2E8737AAE35A}"/>
              </a:ext>
            </a:extLst>
          </p:cNvPr>
          <p:cNvSpPr txBox="1"/>
          <p:nvPr/>
        </p:nvSpPr>
        <p:spPr>
          <a:xfrm>
            <a:off x="12100730" y="703559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55254095-8E05-DE4A-B1BF-9036BEE7E9F6}"/>
              </a:ext>
            </a:extLst>
          </p:cNvPr>
          <p:cNvSpPr txBox="1"/>
          <p:nvPr/>
        </p:nvSpPr>
        <p:spPr>
          <a:xfrm>
            <a:off x="15340374" y="633952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FDB4AF88-42D2-674C-8E4C-55FFE53686C9}"/>
              </a:ext>
            </a:extLst>
          </p:cNvPr>
          <p:cNvSpPr txBox="1"/>
          <p:nvPr/>
        </p:nvSpPr>
        <p:spPr>
          <a:xfrm>
            <a:off x="15340374" y="765833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233" name="图片 232">
            <a:extLst>
              <a:ext uri="{FF2B5EF4-FFF2-40B4-BE49-F238E27FC236}">
                <a16:creationId xmlns:a16="http://schemas.microsoft.com/office/drawing/2014/main" id="{6904C520-A894-234E-AC68-0DA538E05F9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84" r="58083" b="52922"/>
          <a:stretch/>
        </p:blipFill>
        <p:spPr>
          <a:xfrm>
            <a:off x="9493476" y="6313135"/>
            <a:ext cx="521840" cy="576000"/>
          </a:xfrm>
          <a:prstGeom prst="rect">
            <a:avLst/>
          </a:prstGeom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58A9DA0D-D358-8041-B052-52DDF878A85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8083" b="52503"/>
          <a:stretch/>
        </p:blipFill>
        <p:spPr>
          <a:xfrm>
            <a:off x="9506676" y="7703381"/>
            <a:ext cx="495440" cy="576000"/>
          </a:xfrm>
          <a:prstGeom prst="rect">
            <a:avLst/>
          </a:prstGeom>
        </p:spPr>
      </p:pic>
      <p:pic>
        <p:nvPicPr>
          <p:cNvPr id="235" name="图片 234">
            <a:extLst>
              <a:ext uri="{FF2B5EF4-FFF2-40B4-BE49-F238E27FC236}">
                <a16:creationId xmlns:a16="http://schemas.microsoft.com/office/drawing/2014/main" id="{EA3E9071-9DC7-EB4E-80B1-55C556F93E8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7202" t="52503"/>
          <a:stretch/>
        </p:blipFill>
        <p:spPr>
          <a:xfrm>
            <a:off x="12793591" y="7009204"/>
            <a:ext cx="505856" cy="576000"/>
          </a:xfrm>
          <a:prstGeom prst="rect">
            <a:avLst/>
          </a:prstGeom>
        </p:spPr>
      </p:pic>
      <p:pic>
        <p:nvPicPr>
          <p:cNvPr id="236" name="图形 235">
            <a:extLst>
              <a:ext uri="{FF2B5EF4-FFF2-40B4-BE49-F238E27FC236}">
                <a16:creationId xmlns:a16="http://schemas.microsoft.com/office/drawing/2014/main" id="{6D40865B-DD2F-3446-9DF0-41327298697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10143787" y="6331351"/>
            <a:ext cx="539583" cy="539583"/>
          </a:xfrm>
          <a:prstGeom prst="rect">
            <a:avLst/>
          </a:prstGeom>
        </p:spPr>
      </p:pic>
      <p:pic>
        <p:nvPicPr>
          <p:cNvPr id="237" name="图形 236">
            <a:extLst>
              <a:ext uri="{FF2B5EF4-FFF2-40B4-BE49-F238E27FC236}">
                <a16:creationId xmlns:a16="http://schemas.microsoft.com/office/drawing/2014/main" id="{C7E0855E-2FB4-8B4E-8831-38471F83E70C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10153350" y="7650158"/>
            <a:ext cx="539583" cy="539583"/>
          </a:xfrm>
          <a:prstGeom prst="rect">
            <a:avLst/>
          </a:prstGeom>
        </p:spPr>
      </p:pic>
      <p:pic>
        <p:nvPicPr>
          <p:cNvPr id="238" name="图形 237">
            <a:extLst>
              <a:ext uri="{FF2B5EF4-FFF2-40B4-BE49-F238E27FC236}">
                <a16:creationId xmlns:a16="http://schemas.microsoft.com/office/drawing/2014/main" id="{6FF6E23E-D05D-074E-B92D-D07E4C05C7F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10794771" y="7650158"/>
            <a:ext cx="539583" cy="539583"/>
          </a:xfrm>
          <a:prstGeom prst="rect">
            <a:avLst/>
          </a:prstGeom>
        </p:spPr>
      </p:pic>
      <p:pic>
        <p:nvPicPr>
          <p:cNvPr id="239" name="图形 238">
            <a:extLst>
              <a:ext uri="{FF2B5EF4-FFF2-40B4-BE49-F238E27FC236}">
                <a16:creationId xmlns:a16="http://schemas.microsoft.com/office/drawing/2014/main" id="{8570E761-619A-0C41-A7EB-352DED04C0D1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13443089" y="7027420"/>
            <a:ext cx="539583" cy="539583"/>
          </a:xfrm>
          <a:prstGeom prst="rect">
            <a:avLst/>
          </a:prstGeom>
        </p:spPr>
      </p:pic>
      <p:sp>
        <p:nvSpPr>
          <p:cNvPr id="240" name="文本框 239">
            <a:extLst>
              <a:ext uri="{FF2B5EF4-FFF2-40B4-BE49-F238E27FC236}">
                <a16:creationId xmlns:a16="http://schemas.microsoft.com/office/drawing/2014/main" id="{750AB6BC-8DD2-C14E-9C3A-51FAB2C488B8}"/>
              </a:ext>
            </a:extLst>
          </p:cNvPr>
          <p:cNvSpPr txBox="1"/>
          <p:nvPr/>
        </p:nvSpPr>
        <p:spPr>
          <a:xfrm>
            <a:off x="12100730" y="7658333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5D95D242-C714-B14B-B040-866F99A80E4B}"/>
              </a:ext>
            </a:extLst>
          </p:cNvPr>
          <p:cNvSpPr txBox="1"/>
          <p:nvPr/>
        </p:nvSpPr>
        <p:spPr>
          <a:xfrm>
            <a:off x="12100730" y="633952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18687273-B946-7C45-A43F-EE7D19E08B4B}"/>
              </a:ext>
            </a:extLst>
          </p:cNvPr>
          <p:cNvSpPr txBox="1"/>
          <p:nvPr/>
        </p:nvSpPr>
        <p:spPr>
          <a:xfrm>
            <a:off x="15340374" y="703559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CAF9A8C2-131B-984B-89FD-7479DD5DCF51}"/>
              </a:ext>
            </a:extLst>
          </p:cNvPr>
          <p:cNvSpPr txBox="1"/>
          <p:nvPr/>
        </p:nvSpPr>
        <p:spPr>
          <a:xfrm>
            <a:off x="10044745" y="7926893"/>
            <a:ext cx="53672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solidFill>
                  <a:schemeClr val="accent6">
                    <a:lumMod val="75000"/>
                  </a:schemeClr>
                </a:solidFill>
                <a:latin typeface="Telugu MN" pitchFamily="2" charset="0"/>
                <a:cs typeface="Telugu MN" pitchFamily="2" charset="0"/>
              </a:rPr>
              <a:t>Negative Samples</a:t>
            </a:r>
            <a:endParaRPr kumimoji="1" lang="zh-CN" altLang="en-US" sz="2800" dirty="0">
              <a:solidFill>
                <a:schemeClr val="accent6">
                  <a:lumMod val="75000"/>
                </a:schemeClr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4" name="燕尾形箭头 243">
            <a:extLst>
              <a:ext uri="{FF2B5EF4-FFF2-40B4-BE49-F238E27FC236}">
                <a16:creationId xmlns:a16="http://schemas.microsoft.com/office/drawing/2014/main" id="{E6C2AABB-6516-A244-82BC-03858833C1B9}"/>
              </a:ext>
            </a:extLst>
          </p:cNvPr>
          <p:cNvSpPr>
            <a:spLocks noChangeAspect="1"/>
          </p:cNvSpPr>
          <p:nvPr/>
        </p:nvSpPr>
        <p:spPr>
          <a:xfrm rot="16200000">
            <a:off x="12363712" y="5507336"/>
            <a:ext cx="709604" cy="456929"/>
          </a:xfrm>
          <a:prstGeom prst="notchedRightArrow">
            <a:avLst/>
          </a:prstGeom>
          <a:solidFill>
            <a:schemeClr val="accent6">
              <a:lumMod val="20000"/>
              <a:lumOff val="80000"/>
              <a:alpha val="30196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pic>
        <p:nvPicPr>
          <p:cNvPr id="277" name="图形 276" descr="电话">
            <a:extLst>
              <a:ext uri="{FF2B5EF4-FFF2-40B4-BE49-F238E27FC236}">
                <a16:creationId xmlns:a16="http://schemas.microsoft.com/office/drawing/2014/main" id="{57552E13-FD53-0C42-AD4E-A7CFE33FE167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10794555" y="6331135"/>
            <a:ext cx="540000" cy="540000"/>
          </a:xfrm>
          <a:prstGeom prst="rect">
            <a:avLst/>
          </a:prstGeom>
        </p:spPr>
      </p:pic>
      <p:pic>
        <p:nvPicPr>
          <p:cNvPr id="278" name="图形 277">
            <a:extLst>
              <a:ext uri="{FF2B5EF4-FFF2-40B4-BE49-F238E27FC236}">
                <a16:creationId xmlns:a16="http://schemas.microsoft.com/office/drawing/2014/main" id="{D823910A-1824-A24D-951C-7791111DEFA7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14078201" y="6331351"/>
            <a:ext cx="539583" cy="539583"/>
          </a:xfrm>
          <a:prstGeom prst="rect">
            <a:avLst/>
          </a:prstGeom>
        </p:spPr>
      </p:pic>
      <p:pic>
        <p:nvPicPr>
          <p:cNvPr id="279" name="图形 278">
            <a:extLst>
              <a:ext uri="{FF2B5EF4-FFF2-40B4-BE49-F238E27FC236}">
                <a16:creationId xmlns:a16="http://schemas.microsoft.com/office/drawing/2014/main" id="{EE3D5E31-9888-4745-85C8-F10D4136D96A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14078201" y="7650158"/>
            <a:ext cx="539583" cy="539583"/>
          </a:xfrm>
          <a:prstGeom prst="rect">
            <a:avLst/>
          </a:prstGeom>
        </p:spPr>
      </p:pic>
      <p:pic>
        <p:nvPicPr>
          <p:cNvPr id="280" name="图形 279">
            <a:extLst>
              <a:ext uri="{FF2B5EF4-FFF2-40B4-BE49-F238E27FC236}">
                <a16:creationId xmlns:a16="http://schemas.microsoft.com/office/drawing/2014/main" id="{6B6F87ED-2FD2-D548-BCBD-B2CD43B2B3FD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14067866" y="7027420"/>
            <a:ext cx="539583" cy="539583"/>
          </a:xfrm>
          <a:prstGeom prst="rect">
            <a:avLst/>
          </a:prstGeom>
        </p:spPr>
      </p:pic>
      <p:sp>
        <p:nvSpPr>
          <p:cNvPr id="281" name="文本框 280">
            <a:extLst>
              <a:ext uri="{FF2B5EF4-FFF2-40B4-BE49-F238E27FC236}">
                <a16:creationId xmlns:a16="http://schemas.microsoft.com/office/drawing/2014/main" id="{9017D48B-EA3D-9E41-96DB-490B928293DC}"/>
              </a:ext>
            </a:extLst>
          </p:cNvPr>
          <p:cNvSpPr txBox="1"/>
          <p:nvPr/>
        </p:nvSpPr>
        <p:spPr>
          <a:xfrm>
            <a:off x="12996883" y="5343063"/>
            <a:ext cx="348985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Serve</a:t>
            </a:r>
            <a:r>
              <a:rPr kumimoji="1" lang="zh-CN" altLang="en-US" sz="2800" dirty="0">
                <a:latin typeface="Telugu MN" pitchFamily="2" charset="0"/>
                <a:cs typeface="Telugu MN" pitchFamily="2" charset="0"/>
              </a:rPr>
              <a:t> </a:t>
            </a:r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as potential negative signals</a:t>
            </a:r>
            <a:endParaRPr kumimoji="1" lang="zh-CN" altLang="en-US" sz="28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08BE07DA-93FD-924A-A633-1068057FE6ED}"/>
              </a:ext>
            </a:extLst>
          </p:cNvPr>
          <p:cNvSpPr txBox="1"/>
          <p:nvPr/>
        </p:nvSpPr>
        <p:spPr>
          <a:xfrm>
            <a:off x="6917107" y="45900"/>
            <a:ext cx="277670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Collect from</a:t>
            </a:r>
          </a:p>
          <a:p>
            <a:pPr algn="ctr"/>
            <a:r>
              <a:rPr kumimoji="1" lang="en-US" altLang="zh-CN" sz="2800" b="1" dirty="0">
                <a:latin typeface="Telugu MN" pitchFamily="2" charset="0"/>
                <a:cs typeface="Telugu MN" pitchFamily="2" charset="0"/>
              </a:rPr>
              <a:t>real</a:t>
            </a:r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 behaviors</a:t>
            </a:r>
            <a:endParaRPr kumimoji="1" lang="zh-CN" altLang="en-US" sz="28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B604D239-EF8D-F643-A316-CD3271A801BB}"/>
              </a:ext>
            </a:extLst>
          </p:cNvPr>
          <p:cNvSpPr txBox="1"/>
          <p:nvPr/>
        </p:nvSpPr>
        <p:spPr>
          <a:xfrm>
            <a:off x="6917107" y="5571678"/>
            <a:ext cx="2776709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Select with</a:t>
            </a:r>
          </a:p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different </a:t>
            </a:r>
            <a:r>
              <a:rPr kumimoji="1" lang="en-US" altLang="zh-CN" sz="2800" b="1" dirty="0">
                <a:latin typeface="Telugu MN" pitchFamily="2" charset="0"/>
                <a:cs typeface="Telugu MN" pitchFamily="2" charset="0"/>
              </a:rPr>
              <a:t>strategies</a:t>
            </a:r>
            <a:endParaRPr kumimoji="1" lang="zh-CN" altLang="en-US" sz="28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4" name="燕尾形箭头 283">
            <a:extLst>
              <a:ext uri="{FF2B5EF4-FFF2-40B4-BE49-F238E27FC236}">
                <a16:creationId xmlns:a16="http://schemas.microsoft.com/office/drawing/2014/main" id="{B5119ADC-0184-264A-8F18-54E38B0B7417}"/>
              </a:ext>
            </a:extLst>
          </p:cNvPr>
          <p:cNvSpPr>
            <a:spLocks noChangeAspect="1"/>
          </p:cNvSpPr>
          <p:nvPr/>
        </p:nvSpPr>
        <p:spPr>
          <a:xfrm rot="5400000">
            <a:off x="4442352" y="5662509"/>
            <a:ext cx="540217" cy="858077"/>
          </a:xfrm>
          <a:prstGeom prst="notchedRightArrow">
            <a:avLst/>
          </a:prstGeom>
          <a:solidFill>
            <a:schemeClr val="accent6">
              <a:lumMod val="20000"/>
              <a:lumOff val="80000"/>
              <a:alpha val="30196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85" name="组合 284">
            <a:extLst>
              <a:ext uri="{FF2B5EF4-FFF2-40B4-BE49-F238E27FC236}">
                <a16:creationId xmlns:a16="http://schemas.microsoft.com/office/drawing/2014/main" id="{74306709-B309-744C-A2C2-01B2035AD6D1}"/>
              </a:ext>
            </a:extLst>
          </p:cNvPr>
          <p:cNvGrpSpPr/>
          <p:nvPr/>
        </p:nvGrpSpPr>
        <p:grpSpPr>
          <a:xfrm>
            <a:off x="2316619" y="6531369"/>
            <a:ext cx="4793937" cy="1522179"/>
            <a:chOff x="9155593" y="4998938"/>
            <a:chExt cx="7176585" cy="2312108"/>
          </a:xfrm>
        </p:grpSpPr>
        <p:sp>
          <p:nvSpPr>
            <p:cNvPr id="286" name="圆角矩形 285">
              <a:extLst>
                <a:ext uri="{FF2B5EF4-FFF2-40B4-BE49-F238E27FC236}">
                  <a16:creationId xmlns:a16="http://schemas.microsoft.com/office/drawing/2014/main" id="{BB0C3FE7-E9A4-3E4E-B64A-1E50284BE8E2}"/>
                </a:ext>
              </a:extLst>
            </p:cNvPr>
            <p:cNvSpPr/>
            <p:nvPr/>
          </p:nvSpPr>
          <p:spPr>
            <a:xfrm>
              <a:off x="9155593" y="4998938"/>
              <a:ext cx="7176585" cy="231210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800" dirty="0">
                <a:solidFill>
                  <a:schemeClr val="tx1"/>
                </a:solidFill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595B235C-8CBF-1449-9030-478EDCB1FCE9}"/>
                </a:ext>
              </a:extLst>
            </p:cNvPr>
            <p:cNvSpPr txBox="1"/>
            <p:nvPr/>
          </p:nvSpPr>
          <p:spPr>
            <a:xfrm>
              <a:off x="9377832" y="5808277"/>
              <a:ext cx="6681289" cy="1075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4000" dirty="0">
                  <a:latin typeface="Telugu MN" pitchFamily="2" charset="0"/>
                  <a:cs typeface="Telugu MN" pitchFamily="2" charset="0"/>
                </a:rPr>
                <a:t>Negative Sampler</a:t>
              </a:r>
              <a:endParaRPr kumimoji="1" lang="zh-CN" altLang="en-US" sz="4000" dirty="0">
                <a:latin typeface="Telugu MN" pitchFamily="2" charset="0"/>
                <a:cs typeface="Telugu MN" pitchFamily="2" charset="0"/>
              </a:endParaRPr>
            </a:p>
          </p:txBody>
        </p:sp>
      </p:grpSp>
      <p:pic>
        <p:nvPicPr>
          <p:cNvPr id="1067" name="图形 1066" descr="无茎花朵">
            <a:extLst>
              <a:ext uri="{FF2B5EF4-FFF2-40B4-BE49-F238E27FC236}">
                <a16:creationId xmlns:a16="http://schemas.microsoft.com/office/drawing/2014/main" id="{19E2CA2F-9673-8A41-9439-743F6C722E92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11432806" y="7027204"/>
            <a:ext cx="540000" cy="540000"/>
          </a:xfrm>
          <a:prstGeom prst="rect">
            <a:avLst/>
          </a:prstGeom>
        </p:spPr>
      </p:pic>
      <p:pic>
        <p:nvPicPr>
          <p:cNvPr id="1071" name="图形 1070" descr="太阳镜">
            <a:extLst>
              <a:ext uri="{FF2B5EF4-FFF2-40B4-BE49-F238E27FC236}">
                <a16:creationId xmlns:a16="http://schemas.microsoft.com/office/drawing/2014/main" id="{70AF6011-ACF4-F844-850A-F6A7D0AEC47C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4708463" y="7649943"/>
            <a:ext cx="540000" cy="540000"/>
          </a:xfrm>
          <a:prstGeom prst="rect">
            <a:avLst/>
          </a:prstGeom>
        </p:spPr>
      </p:pic>
      <p:pic>
        <p:nvPicPr>
          <p:cNvPr id="1073" name="图形 1072" descr="甜甜圈">
            <a:extLst>
              <a:ext uri="{FF2B5EF4-FFF2-40B4-BE49-F238E27FC236}">
                <a16:creationId xmlns:a16="http://schemas.microsoft.com/office/drawing/2014/main" id="{FFFF06B0-DF56-384E-AE94-61570F4BC30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11432806" y="7649943"/>
            <a:ext cx="540000" cy="540000"/>
          </a:xfrm>
          <a:prstGeom prst="rect">
            <a:avLst/>
          </a:prstGeom>
        </p:spPr>
      </p:pic>
      <p:pic>
        <p:nvPicPr>
          <p:cNvPr id="1075" name="图形 1074" descr="曲别针">
            <a:extLst>
              <a:ext uri="{FF2B5EF4-FFF2-40B4-BE49-F238E27FC236}">
                <a16:creationId xmlns:a16="http://schemas.microsoft.com/office/drawing/2014/main" id="{43E53181-DF8A-A84B-9BE1-43E614BDCB1A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4702971" y="6331135"/>
            <a:ext cx="540000" cy="540000"/>
          </a:xfrm>
          <a:prstGeom prst="rect">
            <a:avLst/>
          </a:prstGeom>
        </p:spPr>
      </p:pic>
      <p:pic>
        <p:nvPicPr>
          <p:cNvPr id="1077" name="图形 1076" descr="游戏控制器">
            <a:extLst>
              <a:ext uri="{FF2B5EF4-FFF2-40B4-BE49-F238E27FC236}">
                <a16:creationId xmlns:a16="http://schemas.microsoft.com/office/drawing/2014/main" id="{E1A6CD9E-C793-C549-AD35-36317F8F7CA2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11447421" y="6331135"/>
            <a:ext cx="540000" cy="540000"/>
          </a:xfrm>
          <a:prstGeom prst="rect">
            <a:avLst/>
          </a:prstGeom>
        </p:spPr>
      </p:pic>
      <p:pic>
        <p:nvPicPr>
          <p:cNvPr id="1079" name="图形 1078" descr="菱形">
            <a:extLst>
              <a:ext uri="{FF2B5EF4-FFF2-40B4-BE49-F238E27FC236}">
                <a16:creationId xmlns:a16="http://schemas.microsoft.com/office/drawing/2014/main" id="{E771A26B-29C4-464D-A498-A3C2578C4FD1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4703806" y="7027204"/>
            <a:ext cx="540000" cy="540000"/>
          </a:xfrm>
          <a:prstGeom prst="rect">
            <a:avLst/>
          </a:prstGeom>
        </p:spPr>
      </p:pic>
      <p:sp>
        <p:nvSpPr>
          <p:cNvPr id="305" name="文本框 304">
            <a:extLst>
              <a:ext uri="{FF2B5EF4-FFF2-40B4-BE49-F238E27FC236}">
                <a16:creationId xmlns:a16="http://schemas.microsoft.com/office/drawing/2014/main" id="{C0517904-1D34-3447-8392-04B3FC17B96E}"/>
              </a:ext>
            </a:extLst>
          </p:cNvPr>
          <p:cNvSpPr txBox="1"/>
          <p:nvPr/>
        </p:nvSpPr>
        <p:spPr>
          <a:xfrm>
            <a:off x="17568081" y="5931813"/>
            <a:ext cx="437861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Optimization Procedure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5B57F2-55BD-E547-9C36-70A95B66AD38}"/>
              </a:ext>
            </a:extLst>
          </p:cNvPr>
          <p:cNvGrpSpPr/>
          <p:nvPr/>
        </p:nvGrpSpPr>
        <p:grpSpPr>
          <a:xfrm>
            <a:off x="18524804" y="-82496"/>
            <a:ext cx="2455616" cy="1035686"/>
            <a:chOff x="15902241" y="1168083"/>
            <a:chExt cx="2455616" cy="1035686"/>
          </a:xfrm>
        </p:grpSpPr>
        <p:sp>
          <p:nvSpPr>
            <p:cNvPr id="159" name="圆角矩形 158">
              <a:extLst>
                <a:ext uri="{FF2B5EF4-FFF2-40B4-BE49-F238E27FC236}">
                  <a16:creationId xmlns:a16="http://schemas.microsoft.com/office/drawing/2014/main" id="{82668BB5-182E-234D-9709-37820C4307A1}"/>
                </a:ext>
              </a:extLst>
            </p:cNvPr>
            <p:cNvSpPr/>
            <p:nvPr/>
          </p:nvSpPr>
          <p:spPr>
            <a:xfrm>
              <a:off x="15902241" y="1168083"/>
              <a:ext cx="2455616" cy="1035686"/>
            </a:xfrm>
            <a:prstGeom prst="roundRect">
              <a:avLst/>
            </a:prstGeom>
            <a:solidFill>
              <a:srgbClr val="7030A0">
                <a:alpha val="33333"/>
              </a:srgbClr>
            </a:solidFill>
            <a:ln w="762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800" dirty="0">
                <a:solidFill>
                  <a:schemeClr val="tx1"/>
                </a:solidFill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080D2A6A-D69D-0947-B93F-E344393FE4E7}"/>
                </a:ext>
              </a:extLst>
            </p:cNvPr>
            <p:cNvSpPr txBox="1"/>
            <p:nvPr/>
          </p:nvSpPr>
          <p:spPr>
            <a:xfrm>
              <a:off x="15960498" y="1469599"/>
              <a:ext cx="233910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4000" dirty="0">
                  <a:latin typeface="Telugu MN" pitchFamily="2" charset="0"/>
                  <a:cs typeface="Telugu MN" pitchFamily="2" charset="0"/>
                </a:rPr>
                <a:t>BPR Loss</a:t>
              </a:r>
              <a:endParaRPr kumimoji="1" lang="zh-CN" altLang="en-US" sz="4000" dirty="0">
                <a:latin typeface="Telugu MN" pitchFamily="2" charset="0"/>
                <a:cs typeface="Telugu MN" pitchFamily="2" charset="0"/>
              </a:endParaRPr>
            </a:p>
          </p:txBody>
        </p:sp>
      </p:grp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CD958F1A-453B-8D4A-822E-883C89DA929D}"/>
              </a:ext>
            </a:extLst>
          </p:cNvPr>
          <p:cNvCxnSpPr>
            <a:cxnSpLocks/>
          </p:cNvCxnSpPr>
          <p:nvPr/>
        </p:nvCxnSpPr>
        <p:spPr>
          <a:xfrm flipH="1">
            <a:off x="17622038" y="810580"/>
            <a:ext cx="900728" cy="816681"/>
          </a:xfrm>
          <a:prstGeom prst="line">
            <a:avLst/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016BEE64-4015-5D4D-9FCA-009634B8CEA6}"/>
              </a:ext>
            </a:extLst>
          </p:cNvPr>
          <p:cNvCxnSpPr>
            <a:cxnSpLocks/>
          </p:cNvCxnSpPr>
          <p:nvPr/>
        </p:nvCxnSpPr>
        <p:spPr>
          <a:xfrm>
            <a:off x="20981061" y="810576"/>
            <a:ext cx="957360" cy="823844"/>
          </a:xfrm>
          <a:prstGeom prst="line">
            <a:avLst/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图片 199">
            <a:extLst>
              <a:ext uri="{FF2B5EF4-FFF2-40B4-BE49-F238E27FC236}">
                <a16:creationId xmlns:a16="http://schemas.microsoft.com/office/drawing/2014/main" id="{6A8B8AE6-382A-5341-9626-D5F685B6A6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2503" r="60164"/>
          <a:stretch/>
        </p:blipFill>
        <p:spPr>
          <a:xfrm>
            <a:off x="20510213" y="2325990"/>
            <a:ext cx="470848" cy="576000"/>
          </a:xfrm>
          <a:prstGeom prst="rect">
            <a:avLst/>
          </a:prstGeom>
        </p:spPr>
      </p:pic>
      <p:pic>
        <p:nvPicPr>
          <p:cNvPr id="204" name="Picture 34">
            <a:extLst>
              <a:ext uri="{FF2B5EF4-FFF2-40B4-BE49-F238E27FC236}">
                <a16:creationId xmlns:a16="http://schemas.microsoft.com/office/drawing/2014/main" id="{5F8233D4-56F0-0E49-BB70-1D5C1D505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72849" y="3756859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Picture 4">
            <a:extLst>
              <a:ext uri="{FF2B5EF4-FFF2-40B4-BE49-F238E27FC236}">
                <a16:creationId xmlns:a16="http://schemas.microsoft.com/office/drawing/2014/main" id="{7C9DACFA-BBF8-5B46-9E62-D11284BB0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3029" y="5057105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图形 205">
            <a:extLst>
              <a:ext uri="{FF2B5EF4-FFF2-40B4-BE49-F238E27FC236}">
                <a16:creationId xmlns:a16="http://schemas.microsoft.com/office/drawing/2014/main" id="{290B0B9A-2664-054A-8CDA-B375BB5AE5D6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21135028" y="2344204"/>
            <a:ext cx="539583" cy="539583"/>
          </a:xfrm>
          <a:prstGeom prst="rect">
            <a:avLst/>
          </a:prstGeom>
        </p:spPr>
      </p:pic>
      <p:pic>
        <p:nvPicPr>
          <p:cNvPr id="212" name="图形 211">
            <a:extLst>
              <a:ext uri="{FF2B5EF4-FFF2-40B4-BE49-F238E27FC236}">
                <a16:creationId xmlns:a16="http://schemas.microsoft.com/office/drawing/2014/main" id="{730873CF-F50A-864E-9C12-3C2C013B2C6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21144308" y="3775073"/>
            <a:ext cx="539583" cy="539583"/>
          </a:xfrm>
          <a:prstGeom prst="rect">
            <a:avLst/>
          </a:prstGeom>
        </p:spPr>
      </p:pic>
      <p:pic>
        <p:nvPicPr>
          <p:cNvPr id="214" name="图形 213">
            <a:extLst>
              <a:ext uri="{FF2B5EF4-FFF2-40B4-BE49-F238E27FC236}">
                <a16:creationId xmlns:a16="http://schemas.microsoft.com/office/drawing/2014/main" id="{8C5005EF-ABF1-9748-A473-92DBAAA3C38B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21144308" y="5165329"/>
            <a:ext cx="539583" cy="539583"/>
          </a:xfrm>
          <a:prstGeom prst="rect">
            <a:avLst/>
          </a:prstGeom>
        </p:spPr>
      </p:pic>
      <p:pic>
        <p:nvPicPr>
          <p:cNvPr id="215" name="图片 214">
            <a:extLst>
              <a:ext uri="{FF2B5EF4-FFF2-40B4-BE49-F238E27FC236}">
                <a16:creationId xmlns:a16="http://schemas.microsoft.com/office/drawing/2014/main" id="{7103AC00-A315-D94F-AC95-B686AB0521F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84" r="58083" b="52922"/>
          <a:stretch/>
        </p:blipFill>
        <p:spPr>
          <a:xfrm>
            <a:off x="20484717" y="1653367"/>
            <a:ext cx="521840" cy="576000"/>
          </a:xfrm>
          <a:prstGeom prst="rect">
            <a:avLst/>
          </a:prstGeom>
        </p:spPr>
      </p:pic>
      <p:pic>
        <p:nvPicPr>
          <p:cNvPr id="216" name="图片 215">
            <a:extLst>
              <a:ext uri="{FF2B5EF4-FFF2-40B4-BE49-F238E27FC236}">
                <a16:creationId xmlns:a16="http://schemas.microsoft.com/office/drawing/2014/main" id="{E13D1045-36EB-BB4B-A6EC-E5429FD2E96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8083" b="52503"/>
          <a:stretch/>
        </p:blipFill>
        <p:spPr>
          <a:xfrm>
            <a:off x="20497917" y="3043613"/>
            <a:ext cx="495440" cy="576000"/>
          </a:xfrm>
          <a:prstGeom prst="rect">
            <a:avLst/>
          </a:prstGeom>
        </p:spPr>
      </p:pic>
      <p:pic>
        <p:nvPicPr>
          <p:cNvPr id="217" name="图片 216">
            <a:extLst>
              <a:ext uri="{FF2B5EF4-FFF2-40B4-BE49-F238E27FC236}">
                <a16:creationId xmlns:a16="http://schemas.microsoft.com/office/drawing/2014/main" id="{D91BD13D-18B3-4E45-B27D-FE86C26174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7202" t="52503"/>
          <a:stretch/>
        </p:blipFill>
        <p:spPr>
          <a:xfrm>
            <a:off x="20507921" y="4429482"/>
            <a:ext cx="505856" cy="576000"/>
          </a:xfrm>
          <a:prstGeom prst="rect">
            <a:avLst/>
          </a:prstGeom>
        </p:spPr>
      </p:pic>
      <p:pic>
        <p:nvPicPr>
          <p:cNvPr id="226" name="图形 225">
            <a:extLst>
              <a:ext uri="{FF2B5EF4-FFF2-40B4-BE49-F238E27FC236}">
                <a16:creationId xmlns:a16="http://schemas.microsoft.com/office/drawing/2014/main" id="{C8F43EF0-015F-314A-9F97-899E88BFA3D0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21135028" y="1671581"/>
            <a:ext cx="539583" cy="539583"/>
          </a:xfrm>
          <a:prstGeom prst="rect">
            <a:avLst/>
          </a:prstGeom>
        </p:spPr>
      </p:pic>
      <p:pic>
        <p:nvPicPr>
          <p:cNvPr id="245" name="图形 244">
            <a:extLst>
              <a:ext uri="{FF2B5EF4-FFF2-40B4-BE49-F238E27FC236}">
                <a16:creationId xmlns:a16="http://schemas.microsoft.com/office/drawing/2014/main" id="{55F85EA1-44C4-A849-AC14-3FAB978D243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21144591" y="3061837"/>
            <a:ext cx="539583" cy="539583"/>
          </a:xfrm>
          <a:prstGeom prst="rect">
            <a:avLst/>
          </a:prstGeom>
        </p:spPr>
      </p:pic>
      <p:pic>
        <p:nvPicPr>
          <p:cNvPr id="246" name="图形 245">
            <a:extLst>
              <a:ext uri="{FF2B5EF4-FFF2-40B4-BE49-F238E27FC236}">
                <a16:creationId xmlns:a16="http://schemas.microsoft.com/office/drawing/2014/main" id="{4602AED8-C58D-F744-9A30-50FA1010AFB1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21133973" y="4447696"/>
            <a:ext cx="539583" cy="539583"/>
          </a:xfrm>
          <a:prstGeom prst="rect">
            <a:avLst/>
          </a:prstGeom>
        </p:spPr>
      </p:pic>
      <p:sp>
        <p:nvSpPr>
          <p:cNvPr id="15" name="燕尾形 14">
            <a:extLst>
              <a:ext uri="{FF2B5EF4-FFF2-40B4-BE49-F238E27FC236}">
                <a16:creationId xmlns:a16="http://schemas.microsoft.com/office/drawing/2014/main" id="{E75A9E9F-6CEC-9B4D-8F90-377DF220A668}"/>
              </a:ext>
            </a:extLst>
          </p:cNvPr>
          <p:cNvSpPr>
            <a:spLocks noChangeAspect="1"/>
          </p:cNvSpPr>
          <p:nvPr/>
        </p:nvSpPr>
        <p:spPr>
          <a:xfrm>
            <a:off x="19677110" y="1826133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3" name="燕尾形 252">
            <a:extLst>
              <a:ext uri="{FF2B5EF4-FFF2-40B4-BE49-F238E27FC236}">
                <a16:creationId xmlns:a16="http://schemas.microsoft.com/office/drawing/2014/main" id="{6A011A1A-A2D4-F54D-9A04-15EE6E767968}"/>
              </a:ext>
            </a:extLst>
          </p:cNvPr>
          <p:cNvSpPr>
            <a:spLocks noChangeAspect="1"/>
          </p:cNvSpPr>
          <p:nvPr/>
        </p:nvSpPr>
        <p:spPr>
          <a:xfrm>
            <a:off x="19677110" y="2531026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54" name="燕尾形 253">
            <a:extLst>
              <a:ext uri="{FF2B5EF4-FFF2-40B4-BE49-F238E27FC236}">
                <a16:creationId xmlns:a16="http://schemas.microsoft.com/office/drawing/2014/main" id="{3FC63359-BE90-C74A-B392-7E4B80CDA745}"/>
              </a:ext>
            </a:extLst>
          </p:cNvPr>
          <p:cNvSpPr>
            <a:spLocks noChangeAspect="1"/>
          </p:cNvSpPr>
          <p:nvPr/>
        </p:nvSpPr>
        <p:spPr>
          <a:xfrm>
            <a:off x="19677110" y="3220974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5" name="燕尾形 254">
            <a:extLst>
              <a:ext uri="{FF2B5EF4-FFF2-40B4-BE49-F238E27FC236}">
                <a16:creationId xmlns:a16="http://schemas.microsoft.com/office/drawing/2014/main" id="{56BB9BA1-3CA1-D44D-9E07-170D401003DE}"/>
              </a:ext>
            </a:extLst>
          </p:cNvPr>
          <p:cNvSpPr>
            <a:spLocks noChangeAspect="1"/>
          </p:cNvSpPr>
          <p:nvPr/>
        </p:nvSpPr>
        <p:spPr>
          <a:xfrm>
            <a:off x="19677110" y="3945832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6" name="燕尾形 255">
            <a:extLst>
              <a:ext uri="{FF2B5EF4-FFF2-40B4-BE49-F238E27FC236}">
                <a16:creationId xmlns:a16="http://schemas.microsoft.com/office/drawing/2014/main" id="{6811F570-0278-7C47-9258-58F07C932223}"/>
              </a:ext>
            </a:extLst>
          </p:cNvPr>
          <p:cNvSpPr>
            <a:spLocks noChangeAspect="1"/>
          </p:cNvSpPr>
          <p:nvPr/>
        </p:nvSpPr>
        <p:spPr>
          <a:xfrm>
            <a:off x="19677110" y="4608615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7" name="燕尾形 256">
            <a:extLst>
              <a:ext uri="{FF2B5EF4-FFF2-40B4-BE49-F238E27FC236}">
                <a16:creationId xmlns:a16="http://schemas.microsoft.com/office/drawing/2014/main" id="{9CC68D76-82E9-4E4B-B1DE-A13899378C0C}"/>
              </a:ext>
            </a:extLst>
          </p:cNvPr>
          <p:cNvSpPr>
            <a:spLocks noChangeAspect="1"/>
          </p:cNvSpPr>
          <p:nvPr/>
        </p:nvSpPr>
        <p:spPr>
          <a:xfrm>
            <a:off x="19677110" y="5306306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BB5885C1-A524-F945-A7AE-1520D13AA40D}"/>
                  </a:ext>
                </a:extLst>
              </p:cNvPr>
              <p:cNvSpPr txBox="1"/>
              <p:nvPr/>
            </p:nvSpPr>
            <p:spPr>
              <a:xfrm>
                <a:off x="18719512" y="1744584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BB5885C1-A524-F945-A7AE-1520D13AA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9512" y="1744584"/>
                <a:ext cx="177933" cy="492443"/>
              </a:xfrm>
              <a:prstGeom prst="rect">
                <a:avLst/>
              </a:prstGeom>
              <a:blipFill>
                <a:blip r:embed="rId79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6598F382-AE27-A443-8E80-7D010D5B85E5}"/>
                  </a:ext>
                </a:extLst>
              </p:cNvPr>
              <p:cNvSpPr txBox="1"/>
              <p:nvPr/>
            </p:nvSpPr>
            <p:spPr>
              <a:xfrm>
                <a:off x="18719512" y="5254959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6598F382-AE27-A443-8E80-7D010D5B8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9512" y="5254959"/>
                <a:ext cx="177933" cy="492443"/>
              </a:xfrm>
              <a:prstGeom prst="rect">
                <a:avLst/>
              </a:prstGeom>
              <a:blipFill>
                <a:blip r:embed="rId80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EE518582-E6A1-FC44-BF9D-05C00173085E}"/>
                  </a:ext>
                </a:extLst>
              </p:cNvPr>
              <p:cNvSpPr txBox="1"/>
              <p:nvPr/>
            </p:nvSpPr>
            <p:spPr>
              <a:xfrm>
                <a:off x="18719512" y="3889897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EE518582-E6A1-FC44-BF9D-05C001730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9512" y="3889897"/>
                <a:ext cx="177933" cy="492443"/>
              </a:xfrm>
              <a:prstGeom prst="rect">
                <a:avLst/>
              </a:prstGeom>
              <a:blipFill>
                <a:blip r:embed="rId79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B2A35AA2-7A46-A34C-B9E0-17FAA6F6B4B5}"/>
                  </a:ext>
                </a:extLst>
              </p:cNvPr>
              <p:cNvSpPr txBox="1"/>
              <p:nvPr/>
            </p:nvSpPr>
            <p:spPr>
              <a:xfrm>
                <a:off x="18719512" y="4558468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B2A35AA2-7A46-A34C-B9E0-17FAA6F6B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9512" y="4558468"/>
                <a:ext cx="177933" cy="492443"/>
              </a:xfrm>
              <a:prstGeom prst="rect">
                <a:avLst/>
              </a:prstGeom>
              <a:blipFill>
                <a:blip r:embed="rId81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1BFC0F3C-ECE7-5E40-A0FD-027A39E53345}"/>
                  </a:ext>
                </a:extLst>
              </p:cNvPr>
              <p:cNvSpPr txBox="1"/>
              <p:nvPr/>
            </p:nvSpPr>
            <p:spPr>
              <a:xfrm>
                <a:off x="18719512" y="3137566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1BFC0F3C-ECE7-5E40-A0FD-027A39E53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9512" y="3137566"/>
                <a:ext cx="177933" cy="492443"/>
              </a:xfrm>
              <a:prstGeom prst="rect">
                <a:avLst/>
              </a:prstGeom>
              <a:blipFill>
                <a:blip r:embed="rId82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2DDC0806-32A4-5A43-B7AB-C15F81883291}"/>
                  </a:ext>
                </a:extLst>
              </p:cNvPr>
              <p:cNvSpPr txBox="1"/>
              <p:nvPr/>
            </p:nvSpPr>
            <p:spPr>
              <a:xfrm>
                <a:off x="18719512" y="2441075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2DDC0806-32A4-5A43-B7AB-C15F81883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8719512" y="2441075"/>
                <a:ext cx="177933" cy="492443"/>
              </a:xfrm>
              <a:prstGeom prst="rect">
                <a:avLst/>
              </a:prstGeom>
              <a:blipFill>
                <a:blip r:embed="rId82"/>
                <a:stretch>
                  <a:fillRect l="-7143" r="-71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文本框 264">
                <a:extLst>
                  <a:ext uri="{FF2B5EF4-FFF2-40B4-BE49-F238E27FC236}">
                    <a16:creationId xmlns:a16="http://schemas.microsoft.com/office/drawing/2014/main" id="{0668E407-0F6D-BA4A-B6D2-08F79B0A781B}"/>
                  </a:ext>
                </a:extLst>
              </p:cNvPr>
              <p:cNvSpPr txBox="1"/>
              <p:nvPr/>
            </p:nvSpPr>
            <p:spPr>
              <a:xfrm>
                <a:off x="20993607" y="1744584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5" name="文本框 264">
                <a:extLst>
                  <a:ext uri="{FF2B5EF4-FFF2-40B4-BE49-F238E27FC236}">
                    <a16:creationId xmlns:a16="http://schemas.microsoft.com/office/drawing/2014/main" id="{0668E407-0F6D-BA4A-B6D2-08F79B0A7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3607" y="1744584"/>
                <a:ext cx="177933" cy="492443"/>
              </a:xfrm>
              <a:prstGeom prst="rect">
                <a:avLst/>
              </a:prstGeom>
              <a:blipFill>
                <a:blip r:embed="rId79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文本框 265">
                <a:extLst>
                  <a:ext uri="{FF2B5EF4-FFF2-40B4-BE49-F238E27FC236}">
                    <a16:creationId xmlns:a16="http://schemas.microsoft.com/office/drawing/2014/main" id="{371E7AF5-4AD8-F94A-837D-987293B6D2E2}"/>
                  </a:ext>
                </a:extLst>
              </p:cNvPr>
              <p:cNvSpPr txBox="1"/>
              <p:nvPr/>
            </p:nvSpPr>
            <p:spPr>
              <a:xfrm>
                <a:off x="20993607" y="5254959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6" name="文本框 265">
                <a:extLst>
                  <a:ext uri="{FF2B5EF4-FFF2-40B4-BE49-F238E27FC236}">
                    <a16:creationId xmlns:a16="http://schemas.microsoft.com/office/drawing/2014/main" id="{371E7AF5-4AD8-F94A-837D-987293B6D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3607" y="5254959"/>
                <a:ext cx="177933" cy="492443"/>
              </a:xfrm>
              <a:prstGeom prst="rect">
                <a:avLst/>
              </a:prstGeom>
              <a:blipFill>
                <a:blip r:embed="rId80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61D45132-9FCE-DE48-8C1F-63D7F64E2C15}"/>
                  </a:ext>
                </a:extLst>
              </p:cNvPr>
              <p:cNvSpPr txBox="1"/>
              <p:nvPr/>
            </p:nvSpPr>
            <p:spPr>
              <a:xfrm>
                <a:off x="20993607" y="3889897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61D45132-9FCE-DE48-8C1F-63D7F64E2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3607" y="3889897"/>
                <a:ext cx="177933" cy="492443"/>
              </a:xfrm>
              <a:prstGeom prst="rect">
                <a:avLst/>
              </a:prstGeom>
              <a:blipFill>
                <a:blip r:embed="rId79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A3A51F3A-3038-EF4F-A378-837417322F6F}"/>
                  </a:ext>
                </a:extLst>
              </p:cNvPr>
              <p:cNvSpPr txBox="1"/>
              <p:nvPr/>
            </p:nvSpPr>
            <p:spPr>
              <a:xfrm>
                <a:off x="20993607" y="4558468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A3A51F3A-3038-EF4F-A378-837417322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3607" y="4558468"/>
                <a:ext cx="177933" cy="492443"/>
              </a:xfrm>
              <a:prstGeom prst="rect">
                <a:avLst/>
              </a:prstGeom>
              <a:blipFill>
                <a:blip r:embed="rId81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文本框 268">
                <a:extLst>
                  <a:ext uri="{FF2B5EF4-FFF2-40B4-BE49-F238E27FC236}">
                    <a16:creationId xmlns:a16="http://schemas.microsoft.com/office/drawing/2014/main" id="{0E87189F-169F-424D-AAA1-4EA0E70F4042}"/>
                  </a:ext>
                </a:extLst>
              </p:cNvPr>
              <p:cNvSpPr txBox="1"/>
              <p:nvPr/>
            </p:nvSpPr>
            <p:spPr>
              <a:xfrm>
                <a:off x="20993607" y="3137566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9" name="文本框 268">
                <a:extLst>
                  <a:ext uri="{FF2B5EF4-FFF2-40B4-BE49-F238E27FC236}">
                    <a16:creationId xmlns:a16="http://schemas.microsoft.com/office/drawing/2014/main" id="{0E87189F-169F-424D-AAA1-4EA0E70F4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3607" y="3137566"/>
                <a:ext cx="177933" cy="492443"/>
              </a:xfrm>
              <a:prstGeom prst="rect">
                <a:avLst/>
              </a:prstGeom>
              <a:blipFill>
                <a:blip r:embed="rId82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8E3F5C76-A418-DA48-93BC-882B702BC5C7}"/>
                  </a:ext>
                </a:extLst>
              </p:cNvPr>
              <p:cNvSpPr txBox="1"/>
              <p:nvPr/>
            </p:nvSpPr>
            <p:spPr>
              <a:xfrm>
                <a:off x="20993607" y="2441075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8E3F5C76-A418-DA48-93BC-882B702BC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93607" y="2441075"/>
                <a:ext cx="177933" cy="492443"/>
              </a:xfrm>
              <a:prstGeom prst="rect">
                <a:avLst/>
              </a:prstGeom>
              <a:blipFill>
                <a:blip r:embed="rId82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308231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69F4C01-5FA9-BE4D-B4B4-9AFAE242A655}"/>
                  </a:ext>
                </a:extLst>
              </p:cNvPr>
              <p:cNvSpPr txBox="1"/>
              <p:nvPr/>
            </p:nvSpPr>
            <p:spPr>
              <a:xfrm>
                <a:off x="19353018" y="1776993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169F4C01-5FA9-BE4D-B4B4-9AFAE242A6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3018" y="1776993"/>
                <a:ext cx="1992533" cy="492443"/>
              </a:xfrm>
              <a:prstGeom prst="rect">
                <a:avLst/>
              </a:prstGeom>
              <a:blipFill>
                <a:blip r:embed="rId3"/>
                <a:stretch>
                  <a:fillRect l="-4459" t="-10256" r="-7006" b="-3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F015569B-6C5C-654B-9A8A-87A69311C608}"/>
                  </a:ext>
                </a:extLst>
              </p:cNvPr>
              <p:cNvSpPr txBox="1"/>
              <p:nvPr/>
            </p:nvSpPr>
            <p:spPr>
              <a:xfrm>
                <a:off x="19353018" y="2471786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68" name="文本框 167">
                <a:extLst>
                  <a:ext uri="{FF2B5EF4-FFF2-40B4-BE49-F238E27FC236}">
                    <a16:creationId xmlns:a16="http://schemas.microsoft.com/office/drawing/2014/main" id="{F015569B-6C5C-654B-9A8A-87A69311C6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3018" y="2471786"/>
                <a:ext cx="1992533" cy="492443"/>
              </a:xfrm>
              <a:prstGeom prst="rect">
                <a:avLst/>
              </a:prstGeom>
              <a:blipFill>
                <a:blip r:embed="rId4"/>
                <a:stretch>
                  <a:fillRect l="-4459" t="-7500" r="-7006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8C149475-CB5C-C64A-A746-A973F8DD6CAE}"/>
                  </a:ext>
                </a:extLst>
              </p:cNvPr>
              <p:cNvSpPr txBox="1"/>
              <p:nvPr/>
            </p:nvSpPr>
            <p:spPr>
              <a:xfrm>
                <a:off x="19353018" y="3166579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69" name="文本框 168">
                <a:extLst>
                  <a:ext uri="{FF2B5EF4-FFF2-40B4-BE49-F238E27FC236}">
                    <a16:creationId xmlns:a16="http://schemas.microsoft.com/office/drawing/2014/main" id="{8C149475-CB5C-C64A-A746-A973F8DD6CA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3018" y="3166579"/>
                <a:ext cx="1992533" cy="492443"/>
              </a:xfrm>
              <a:prstGeom prst="rect">
                <a:avLst/>
              </a:prstGeom>
              <a:blipFill>
                <a:blip r:embed="rId5"/>
                <a:stretch>
                  <a:fillRect l="-4459" t="-7692" r="-7006" b="-3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842624B6-9599-0545-A8A1-21F49876BE34}"/>
                  </a:ext>
                </a:extLst>
              </p:cNvPr>
              <p:cNvSpPr txBox="1"/>
              <p:nvPr/>
            </p:nvSpPr>
            <p:spPr>
              <a:xfrm>
                <a:off x="19353018" y="4556165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842624B6-9599-0545-A8A1-21F49876BE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3018" y="4556165"/>
                <a:ext cx="1992533" cy="492443"/>
              </a:xfrm>
              <a:prstGeom prst="rect">
                <a:avLst/>
              </a:prstGeom>
              <a:blipFill>
                <a:blip r:embed="rId4"/>
                <a:stretch>
                  <a:fillRect l="-4459" t="-7500" r="-7006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E1F77D8-14AD-5643-A92E-5BC43340AAAF}"/>
                  </a:ext>
                </a:extLst>
              </p:cNvPr>
              <p:cNvSpPr txBox="1"/>
              <p:nvPr/>
            </p:nvSpPr>
            <p:spPr>
              <a:xfrm>
                <a:off x="19353018" y="3889082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BE1F77D8-14AD-5643-A92E-5BC43340AA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3018" y="3889082"/>
                <a:ext cx="1992533" cy="492443"/>
              </a:xfrm>
              <a:prstGeom prst="rect">
                <a:avLst/>
              </a:prstGeom>
              <a:blipFill>
                <a:blip r:embed="rId3"/>
                <a:stretch>
                  <a:fillRect l="-4459" t="-10000" r="-7006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6AB90000-70D8-7D46-91E5-D79F4639A87B}"/>
                  </a:ext>
                </a:extLst>
              </p:cNvPr>
              <p:cNvSpPr txBox="1"/>
              <p:nvPr/>
            </p:nvSpPr>
            <p:spPr>
              <a:xfrm>
                <a:off x="19353018" y="5250956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199" name="文本框 198">
                <a:extLst>
                  <a:ext uri="{FF2B5EF4-FFF2-40B4-BE49-F238E27FC236}">
                    <a16:creationId xmlns:a16="http://schemas.microsoft.com/office/drawing/2014/main" id="{6AB90000-70D8-7D46-91E5-D79F4639A87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353018" y="5250956"/>
                <a:ext cx="1992533" cy="492443"/>
              </a:xfrm>
              <a:prstGeom prst="rect">
                <a:avLst/>
              </a:prstGeom>
              <a:blipFill>
                <a:blip r:embed="rId4"/>
                <a:stretch>
                  <a:fillRect l="-4459" t="-7500" r="-7006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90B25B8D-6BCF-6E42-95B4-B1023E7DE651}"/>
                  </a:ext>
                </a:extLst>
              </p:cNvPr>
              <p:cNvSpPr txBox="1"/>
              <p:nvPr/>
            </p:nvSpPr>
            <p:spPr>
              <a:xfrm>
                <a:off x="21637500" y="1768033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90B25B8D-6BCF-6E42-95B4-B1023E7DE6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7500" y="1768033"/>
                <a:ext cx="1992533" cy="492443"/>
              </a:xfrm>
              <a:prstGeom prst="rect">
                <a:avLst/>
              </a:prstGeom>
              <a:blipFill>
                <a:blip r:embed="rId5"/>
                <a:stretch>
                  <a:fillRect l="-3797" t="-7500" r="-6962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B7B55AC9-212C-1741-A445-FBB34491FBE5}"/>
                  </a:ext>
                </a:extLst>
              </p:cNvPr>
              <p:cNvSpPr txBox="1"/>
              <p:nvPr/>
            </p:nvSpPr>
            <p:spPr>
              <a:xfrm>
                <a:off x="21637500" y="2462826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B7B55AC9-212C-1741-A445-FBB34491F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7500" y="2462826"/>
                <a:ext cx="1992533" cy="492443"/>
              </a:xfrm>
              <a:prstGeom prst="rect">
                <a:avLst/>
              </a:prstGeom>
              <a:blipFill>
                <a:blip r:embed="rId3"/>
                <a:stretch>
                  <a:fillRect l="-3797" t="-7500" r="-6962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6770ECCA-B4DF-3940-8C71-CCDD1DA993E1}"/>
                  </a:ext>
                </a:extLst>
              </p:cNvPr>
              <p:cNvSpPr txBox="1"/>
              <p:nvPr/>
            </p:nvSpPr>
            <p:spPr>
              <a:xfrm>
                <a:off x="21637500" y="3157619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49" name="文本框 248">
                <a:extLst>
                  <a:ext uri="{FF2B5EF4-FFF2-40B4-BE49-F238E27FC236}">
                    <a16:creationId xmlns:a16="http://schemas.microsoft.com/office/drawing/2014/main" id="{6770ECCA-B4DF-3940-8C71-CCDD1DA993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7500" y="3157619"/>
                <a:ext cx="1992533" cy="492443"/>
              </a:xfrm>
              <a:prstGeom prst="rect">
                <a:avLst/>
              </a:prstGeom>
              <a:blipFill>
                <a:blip r:embed="rId6"/>
                <a:stretch>
                  <a:fillRect l="-3797" t="-7500" r="-6962" b="-350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8AD3F5D5-DEF9-DF49-BC67-DC18036FEA67}"/>
                  </a:ext>
                </a:extLst>
              </p:cNvPr>
              <p:cNvSpPr txBox="1"/>
              <p:nvPr/>
            </p:nvSpPr>
            <p:spPr>
              <a:xfrm>
                <a:off x="21637500" y="4547205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8AD3F5D5-DEF9-DF49-BC67-DC18036FEA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7500" y="4547205"/>
                <a:ext cx="1992533" cy="492443"/>
              </a:xfrm>
              <a:prstGeom prst="rect">
                <a:avLst/>
              </a:prstGeom>
              <a:blipFill>
                <a:blip r:embed="rId3"/>
                <a:stretch>
                  <a:fillRect l="-3797" t="-10256" r="-6962" b="-384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B586FE21-8028-B04D-BC71-149EED3C87E1}"/>
                  </a:ext>
                </a:extLst>
              </p:cNvPr>
              <p:cNvSpPr txBox="1"/>
              <p:nvPr/>
            </p:nvSpPr>
            <p:spPr>
              <a:xfrm>
                <a:off x="21637500" y="3880122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B586FE21-8028-B04D-BC71-149EED3C87E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7500" y="3880122"/>
                <a:ext cx="1992533" cy="492443"/>
              </a:xfrm>
              <a:prstGeom prst="rect">
                <a:avLst/>
              </a:prstGeom>
              <a:blipFill>
                <a:blip r:embed="rId4"/>
                <a:stretch>
                  <a:fillRect l="-3797" t="-7500" r="-6962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59736DF8-D960-FA49-AFAC-EE2AA38D90A1}"/>
                  </a:ext>
                </a:extLst>
              </p:cNvPr>
              <p:cNvSpPr txBox="1"/>
              <p:nvPr/>
            </p:nvSpPr>
            <p:spPr>
              <a:xfrm>
                <a:off x="21637500" y="5241996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52" name="文本框 251">
                <a:extLst>
                  <a:ext uri="{FF2B5EF4-FFF2-40B4-BE49-F238E27FC236}">
                    <a16:creationId xmlns:a16="http://schemas.microsoft.com/office/drawing/2014/main" id="{59736DF8-D960-FA49-AFAC-EE2AA38D90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637500" y="5241996"/>
                <a:ext cx="1992533" cy="492443"/>
              </a:xfrm>
              <a:prstGeom prst="rect">
                <a:avLst/>
              </a:prstGeom>
              <a:blipFill>
                <a:blip r:embed="rId4"/>
                <a:stretch>
                  <a:fillRect l="-3797" t="-7500" r="-6962" b="-3750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圆角矩形 58">
            <a:extLst>
              <a:ext uri="{FF2B5EF4-FFF2-40B4-BE49-F238E27FC236}">
                <a16:creationId xmlns:a16="http://schemas.microsoft.com/office/drawing/2014/main" id="{6FB8523A-E9AE-E141-A1F2-226BF2DCDE3A}"/>
              </a:ext>
            </a:extLst>
          </p:cNvPr>
          <p:cNvSpPr/>
          <p:nvPr/>
        </p:nvSpPr>
        <p:spPr>
          <a:xfrm>
            <a:off x="8820303" y="2976011"/>
            <a:ext cx="4262411" cy="12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dirty="0">
              <a:solidFill>
                <a:schemeClr val="tx1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6F72CFB5-6C40-A244-994C-BBA3034E0A52}"/>
              </a:ext>
            </a:extLst>
          </p:cNvPr>
          <p:cNvSpPr txBox="1"/>
          <p:nvPr/>
        </p:nvSpPr>
        <p:spPr>
          <a:xfrm>
            <a:off x="8976260" y="3399725"/>
            <a:ext cx="4036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dirty="0">
                <a:latin typeface="Telugu MN" pitchFamily="2" charset="0"/>
                <a:cs typeface="Telugu MN" pitchFamily="2" charset="0"/>
              </a:rPr>
              <a:t>Negative Sampler</a:t>
            </a:r>
            <a:endParaRPr kumimoji="1" lang="zh-CN" altLang="en-US" sz="36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50" name="燕尾形箭头 149">
            <a:extLst>
              <a:ext uri="{FF2B5EF4-FFF2-40B4-BE49-F238E27FC236}">
                <a16:creationId xmlns:a16="http://schemas.microsoft.com/office/drawing/2014/main" id="{4F63980D-C9C1-E34B-9B13-5CC69532983B}"/>
              </a:ext>
            </a:extLst>
          </p:cNvPr>
          <p:cNvSpPr>
            <a:spLocks noChangeAspect="1"/>
          </p:cNvSpPr>
          <p:nvPr/>
        </p:nvSpPr>
        <p:spPr>
          <a:xfrm>
            <a:off x="5876103" y="3267161"/>
            <a:ext cx="2168575" cy="721439"/>
          </a:xfrm>
          <a:prstGeom prst="notchedRightArrow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2" name="燕尾形箭头 151">
            <a:extLst>
              <a:ext uri="{FF2B5EF4-FFF2-40B4-BE49-F238E27FC236}">
                <a16:creationId xmlns:a16="http://schemas.microsoft.com/office/drawing/2014/main" id="{8465AEC1-3E1B-0544-8FC3-FA9DF337F4D0}"/>
              </a:ext>
            </a:extLst>
          </p:cNvPr>
          <p:cNvSpPr>
            <a:spLocks noChangeAspect="1"/>
          </p:cNvSpPr>
          <p:nvPr/>
        </p:nvSpPr>
        <p:spPr>
          <a:xfrm rot="-900000">
            <a:off x="5937042" y="1449198"/>
            <a:ext cx="2049184" cy="721439"/>
          </a:xfrm>
          <a:prstGeom prst="notchedRightArrow">
            <a:avLst/>
          </a:prstGeom>
          <a:solidFill>
            <a:srgbClr val="C00000">
              <a:alpha val="30196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8" name="圆角矩形 157">
            <a:extLst>
              <a:ext uri="{FF2B5EF4-FFF2-40B4-BE49-F238E27FC236}">
                <a16:creationId xmlns:a16="http://schemas.microsoft.com/office/drawing/2014/main" id="{037FDFF3-E355-144F-852B-B6709B6247CF}"/>
              </a:ext>
            </a:extLst>
          </p:cNvPr>
          <p:cNvSpPr/>
          <p:nvPr/>
        </p:nvSpPr>
        <p:spPr>
          <a:xfrm>
            <a:off x="8305176" y="501007"/>
            <a:ext cx="5367254" cy="210059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rgbClr val="9B1313"/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2" name="图片 171">
            <a:extLst>
              <a:ext uri="{FF2B5EF4-FFF2-40B4-BE49-F238E27FC236}">
                <a16:creationId xmlns:a16="http://schemas.microsoft.com/office/drawing/2014/main" id="{010CAA9D-A7D6-824F-91B6-0E4D24FD728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2503" r="60164"/>
          <a:stretch/>
        </p:blipFill>
        <p:spPr>
          <a:xfrm>
            <a:off x="8464061" y="1253834"/>
            <a:ext cx="470848" cy="576000"/>
          </a:xfrm>
          <a:prstGeom prst="rect">
            <a:avLst/>
          </a:prstGeom>
        </p:spPr>
      </p:pic>
      <p:pic>
        <p:nvPicPr>
          <p:cNvPr id="173" name="Picture 34">
            <a:extLst>
              <a:ext uri="{FF2B5EF4-FFF2-40B4-BE49-F238E27FC236}">
                <a16:creationId xmlns:a16="http://schemas.microsoft.com/office/drawing/2014/main" id="{7F4A61F0-47E2-D441-AA0B-F7C3843613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4420" y="581211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Picture 4">
            <a:extLst>
              <a:ext uri="{FF2B5EF4-FFF2-40B4-BE49-F238E27FC236}">
                <a16:creationId xmlns:a16="http://schemas.microsoft.com/office/drawing/2014/main" id="{9486E242-3715-7345-9D7B-94B37AC7E4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600" y="1881457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图形 174" descr="保暖帽">
            <a:extLst>
              <a:ext uri="{FF2B5EF4-FFF2-40B4-BE49-F238E27FC236}">
                <a16:creationId xmlns:a16="http://schemas.microsoft.com/office/drawing/2014/main" id="{DD6D2CE8-3BD3-A94B-A78D-CE5AC5EAE66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686834" y="1271834"/>
            <a:ext cx="539583" cy="540000"/>
          </a:xfrm>
          <a:prstGeom prst="rect">
            <a:avLst/>
          </a:prstGeom>
        </p:spPr>
      </p:pic>
      <p:pic>
        <p:nvPicPr>
          <p:cNvPr id="176" name="图形 175">
            <a:extLst>
              <a:ext uri="{FF2B5EF4-FFF2-40B4-BE49-F238E27FC236}">
                <a16:creationId xmlns:a16="http://schemas.microsoft.com/office/drawing/2014/main" id="{3F137915-E61F-634D-A5FB-40F500E5A9B2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/>
          <a:stretch/>
        </p:blipFill>
        <p:spPr>
          <a:xfrm>
            <a:off x="10284792" y="1272058"/>
            <a:ext cx="539583" cy="539583"/>
          </a:xfrm>
          <a:prstGeom prst="rect">
            <a:avLst/>
          </a:prstGeom>
        </p:spPr>
      </p:pic>
      <p:pic>
        <p:nvPicPr>
          <p:cNvPr id="177" name="图形 176" descr="眼镜">
            <a:extLst>
              <a:ext uri="{FF2B5EF4-FFF2-40B4-BE49-F238E27FC236}">
                <a16:creationId xmlns:a16="http://schemas.microsoft.com/office/drawing/2014/main" id="{491AA491-154E-2544-ADBE-A374AE13093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088876" y="1271834"/>
            <a:ext cx="539583" cy="540000"/>
          </a:xfrm>
          <a:prstGeom prst="rect">
            <a:avLst/>
          </a:prstGeom>
        </p:spPr>
      </p:pic>
      <p:pic>
        <p:nvPicPr>
          <p:cNvPr id="178" name="图形 177" descr="眼镜">
            <a:extLst>
              <a:ext uri="{FF2B5EF4-FFF2-40B4-BE49-F238E27FC236}">
                <a16:creationId xmlns:a16="http://schemas.microsoft.com/office/drawing/2014/main" id="{56AF2B9C-6F34-6245-96AD-D6B8BA4BBBFE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2375879" y="599211"/>
            <a:ext cx="539583" cy="540000"/>
          </a:xfrm>
          <a:prstGeom prst="rect">
            <a:avLst/>
          </a:prstGeom>
        </p:spPr>
      </p:pic>
      <p:pic>
        <p:nvPicPr>
          <p:cNvPr id="179" name="图形 178">
            <a:extLst>
              <a:ext uri="{FF2B5EF4-FFF2-40B4-BE49-F238E27FC236}">
                <a16:creationId xmlns:a16="http://schemas.microsoft.com/office/drawing/2014/main" id="{A4C0C74F-8A6B-5E42-BD7F-1C9DB4BCD89B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12375879" y="1989681"/>
            <a:ext cx="539583" cy="539583"/>
          </a:xfrm>
          <a:prstGeom prst="rect">
            <a:avLst/>
          </a:prstGeom>
        </p:spPr>
      </p:pic>
      <p:sp>
        <p:nvSpPr>
          <p:cNvPr id="180" name="文本框 179">
            <a:extLst>
              <a:ext uri="{FF2B5EF4-FFF2-40B4-BE49-F238E27FC236}">
                <a16:creationId xmlns:a16="http://schemas.microsoft.com/office/drawing/2014/main" id="{B5ED7955-C783-1D4B-AE78-BC53F2C4D5C4}"/>
              </a:ext>
            </a:extLst>
          </p:cNvPr>
          <p:cNvSpPr txBox="1"/>
          <p:nvPr/>
        </p:nvSpPr>
        <p:spPr>
          <a:xfrm>
            <a:off x="10882752" y="128022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6B00E9ED-A4F5-4A42-BA01-C9F53C774C96}"/>
              </a:ext>
            </a:extLst>
          </p:cNvPr>
          <p:cNvSpPr txBox="1"/>
          <p:nvPr/>
        </p:nvSpPr>
        <p:spPr>
          <a:xfrm>
            <a:off x="12969681" y="60760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A724146A-1EE0-E940-B322-B83A2DA0247A}"/>
              </a:ext>
            </a:extLst>
          </p:cNvPr>
          <p:cNvSpPr txBox="1"/>
          <p:nvPr/>
        </p:nvSpPr>
        <p:spPr>
          <a:xfrm>
            <a:off x="12969681" y="199784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D97444E9-E6E0-7449-B834-D4A51F1B89F3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84" r="58083" b="52922"/>
          <a:stretch/>
        </p:blipFill>
        <p:spPr>
          <a:xfrm>
            <a:off x="8438565" y="581211"/>
            <a:ext cx="521840" cy="576000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4DE590B8-835B-224A-BA43-14C7FA75933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8083" b="52503"/>
          <a:stretch/>
        </p:blipFill>
        <p:spPr>
          <a:xfrm>
            <a:off x="8451765" y="1971457"/>
            <a:ext cx="495440" cy="576000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77DFD00E-4C9F-9F4D-A6CB-C51A105DBB5E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7202" t="52503"/>
          <a:stretch/>
        </p:blipFill>
        <p:spPr>
          <a:xfrm>
            <a:off x="11739492" y="1253834"/>
            <a:ext cx="505856" cy="576000"/>
          </a:xfrm>
          <a:prstGeom prst="rect">
            <a:avLst/>
          </a:prstGeom>
        </p:spPr>
      </p:pic>
      <p:pic>
        <p:nvPicPr>
          <p:cNvPr id="186" name="图形 185" descr="照相机">
            <a:extLst>
              <a:ext uri="{FF2B5EF4-FFF2-40B4-BE49-F238E27FC236}">
                <a16:creationId xmlns:a16="http://schemas.microsoft.com/office/drawing/2014/main" id="{707AA44E-E00F-DE43-9765-1C14EA14EEEA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088876" y="599211"/>
            <a:ext cx="539583" cy="540000"/>
          </a:xfrm>
          <a:prstGeom prst="rect">
            <a:avLst/>
          </a:prstGeom>
        </p:spPr>
      </p:pic>
      <p:pic>
        <p:nvPicPr>
          <p:cNvPr id="187" name="图形 186">
            <a:extLst>
              <a:ext uri="{FF2B5EF4-FFF2-40B4-BE49-F238E27FC236}">
                <a16:creationId xmlns:a16="http://schemas.microsoft.com/office/drawing/2014/main" id="{96A4374C-B410-2B45-A79C-410E00B3AD63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9098439" y="1989681"/>
            <a:ext cx="539583" cy="539583"/>
          </a:xfrm>
          <a:prstGeom prst="rect">
            <a:avLst/>
          </a:prstGeom>
        </p:spPr>
      </p:pic>
      <p:grpSp>
        <p:nvGrpSpPr>
          <p:cNvPr id="1082" name="组合 1081">
            <a:extLst>
              <a:ext uri="{FF2B5EF4-FFF2-40B4-BE49-F238E27FC236}">
                <a16:creationId xmlns:a16="http://schemas.microsoft.com/office/drawing/2014/main" id="{01695C6D-95F9-4D46-AB8E-6CE74EA810C0}"/>
              </a:ext>
            </a:extLst>
          </p:cNvPr>
          <p:cNvGrpSpPr/>
          <p:nvPr/>
        </p:nvGrpSpPr>
        <p:grpSpPr>
          <a:xfrm>
            <a:off x="35178" y="946064"/>
            <a:ext cx="5383280" cy="5353791"/>
            <a:chOff x="-18086" y="1650497"/>
            <a:chExt cx="5383280" cy="5353791"/>
          </a:xfrm>
        </p:grpSpPr>
        <p:pic>
          <p:nvPicPr>
            <p:cNvPr id="55" name="图片 54">
              <a:extLst>
                <a:ext uri="{FF2B5EF4-FFF2-40B4-BE49-F238E27FC236}">
                  <a16:creationId xmlns:a16="http://schemas.microsoft.com/office/drawing/2014/main" id="{5B545047-3855-F646-9E74-2F236BC69269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grayscl/>
            </a:blip>
            <a:stretch>
              <a:fillRect/>
            </a:stretch>
          </p:blipFill>
          <p:spPr>
            <a:xfrm>
              <a:off x="778552" y="2350408"/>
              <a:ext cx="349227" cy="349227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2FF7A10E-5FA7-884B-A831-0868C138F55D}"/>
                </a:ext>
              </a:extLst>
            </p:cNvPr>
            <p:cNvSpPr/>
            <p:nvPr/>
          </p:nvSpPr>
          <p:spPr>
            <a:xfrm>
              <a:off x="659252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5" name="矩形 4">
              <a:extLst>
                <a:ext uri="{FF2B5EF4-FFF2-40B4-BE49-F238E27FC236}">
                  <a16:creationId xmlns:a16="http://schemas.microsoft.com/office/drawing/2014/main" id="{AFD4D8B0-D16A-6F4A-9460-D235731D699F}"/>
                </a:ext>
              </a:extLst>
            </p:cNvPr>
            <p:cNvSpPr/>
            <p:nvPr/>
          </p:nvSpPr>
          <p:spPr>
            <a:xfrm>
              <a:off x="1328268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3C8BB2E5-E321-C24A-9054-81DD86524264}"/>
                </a:ext>
              </a:extLst>
            </p:cNvPr>
            <p:cNvSpPr/>
            <p:nvPr/>
          </p:nvSpPr>
          <p:spPr>
            <a:xfrm>
              <a:off x="1997284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91B10591-ACCE-FF41-8D41-E16BAA063D27}"/>
                </a:ext>
              </a:extLst>
            </p:cNvPr>
            <p:cNvSpPr/>
            <p:nvPr/>
          </p:nvSpPr>
          <p:spPr>
            <a:xfrm>
              <a:off x="659252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05AC3950-1D4B-B743-B998-37A2B220CB27}"/>
                </a:ext>
              </a:extLst>
            </p:cNvPr>
            <p:cNvSpPr/>
            <p:nvPr/>
          </p:nvSpPr>
          <p:spPr>
            <a:xfrm>
              <a:off x="1328268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2A86A2F-0D79-DC48-8EB0-4FC0948C148C}"/>
                </a:ext>
              </a:extLst>
            </p:cNvPr>
            <p:cNvSpPr/>
            <p:nvPr/>
          </p:nvSpPr>
          <p:spPr>
            <a:xfrm>
              <a:off x="1997284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dirty="0"/>
            </a:p>
          </p:txBody>
        </p:sp>
        <p:sp>
          <p:nvSpPr>
            <p:cNvPr id="18" name="矩形 17">
              <a:extLst>
                <a:ext uri="{FF2B5EF4-FFF2-40B4-BE49-F238E27FC236}">
                  <a16:creationId xmlns:a16="http://schemas.microsoft.com/office/drawing/2014/main" id="{B0190CC9-978D-C34F-BB15-40731933008C}"/>
                </a:ext>
              </a:extLst>
            </p:cNvPr>
            <p:cNvSpPr/>
            <p:nvPr/>
          </p:nvSpPr>
          <p:spPr>
            <a:xfrm>
              <a:off x="659252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id="{2D5C1E15-F70E-944A-A9DB-C19B931DFD4E}"/>
                </a:ext>
              </a:extLst>
            </p:cNvPr>
            <p:cNvSpPr/>
            <p:nvPr/>
          </p:nvSpPr>
          <p:spPr>
            <a:xfrm>
              <a:off x="1328268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id="{B081A323-13EA-5240-AFE2-9902BCB3D382}"/>
                </a:ext>
              </a:extLst>
            </p:cNvPr>
            <p:cNvSpPr/>
            <p:nvPr/>
          </p:nvSpPr>
          <p:spPr>
            <a:xfrm>
              <a:off x="1997284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42" name="图片 41">
              <a:extLst>
                <a:ext uri="{FF2B5EF4-FFF2-40B4-BE49-F238E27FC236}">
                  <a16:creationId xmlns:a16="http://schemas.microsoft.com/office/drawing/2014/main" id="{A0963B1A-0FDD-DC42-885B-0D810F5886A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1984" r="58083" b="52922"/>
            <a:stretch/>
          </p:blipFill>
          <p:spPr>
            <a:xfrm>
              <a:off x="29135" y="2237022"/>
              <a:ext cx="521840" cy="576000"/>
            </a:xfrm>
            <a:prstGeom prst="rect">
              <a:avLst/>
            </a:prstGeom>
          </p:spPr>
        </p:pic>
        <p:pic>
          <p:nvPicPr>
            <p:cNvPr id="43" name="图片 42">
              <a:extLst>
                <a:ext uri="{FF2B5EF4-FFF2-40B4-BE49-F238E27FC236}">
                  <a16:creationId xmlns:a16="http://schemas.microsoft.com/office/drawing/2014/main" id="{CA6FD693-2BC8-CD45-AAC1-B6143378351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8083" b="52503"/>
            <a:stretch/>
          </p:blipFill>
          <p:spPr>
            <a:xfrm>
              <a:off x="29135" y="3578396"/>
              <a:ext cx="495440" cy="576000"/>
            </a:xfrm>
            <a:prstGeom prst="rect">
              <a:avLst/>
            </a:prstGeom>
          </p:spPr>
        </p:pic>
        <p:pic>
          <p:nvPicPr>
            <p:cNvPr id="44" name="图片 43">
              <a:extLst>
                <a:ext uri="{FF2B5EF4-FFF2-40B4-BE49-F238E27FC236}">
                  <a16:creationId xmlns:a16="http://schemas.microsoft.com/office/drawing/2014/main" id="{311CFFA9-B74F-2342-8A39-7BB4B210D22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t="52503" r="60164"/>
            <a:stretch/>
          </p:blipFill>
          <p:spPr>
            <a:xfrm>
              <a:off x="54631" y="2904752"/>
              <a:ext cx="470848" cy="576000"/>
            </a:xfrm>
            <a:prstGeom prst="rect">
              <a:avLst/>
            </a:prstGeom>
          </p:spPr>
        </p:pic>
        <p:pic>
          <p:nvPicPr>
            <p:cNvPr id="47" name="图形 46" descr="照相机">
              <a:extLst>
                <a:ext uri="{FF2B5EF4-FFF2-40B4-BE49-F238E27FC236}">
                  <a16:creationId xmlns:a16="http://schemas.microsoft.com/office/drawing/2014/main" id="{CC3EC42B-52AD-024F-9B0C-2CBC61149ADD}"/>
                </a:ext>
              </a:extLst>
            </p:cNvPr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/>
            </a:stretch>
          </p:blipFill>
          <p:spPr>
            <a:xfrm>
              <a:off x="685522" y="1650497"/>
              <a:ext cx="539583" cy="540000"/>
            </a:xfrm>
            <a:prstGeom prst="rect">
              <a:avLst/>
            </a:prstGeom>
          </p:spPr>
        </p:pic>
        <p:pic>
          <p:nvPicPr>
            <p:cNvPr id="49" name="图形 48" descr="保暖帽">
              <a:extLst>
                <a:ext uri="{FF2B5EF4-FFF2-40B4-BE49-F238E27FC236}">
                  <a16:creationId xmlns:a16="http://schemas.microsoft.com/office/drawing/2014/main" id="{B235DBAA-2AF5-9348-9140-0D9735B9A153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2027462" y="1650497"/>
              <a:ext cx="539583" cy="540000"/>
            </a:xfrm>
            <a:prstGeom prst="rect">
              <a:avLst/>
            </a:prstGeom>
          </p:spPr>
        </p:pic>
        <p:pic>
          <p:nvPicPr>
            <p:cNvPr id="52" name="图形 51">
              <a:extLst>
                <a:ext uri="{FF2B5EF4-FFF2-40B4-BE49-F238E27FC236}">
                  <a16:creationId xmlns:a16="http://schemas.microsoft.com/office/drawing/2014/main" id="{DF6C9359-FBAC-AB42-8E3B-DE986F92F618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rcRect/>
            <a:stretch/>
          </p:blipFill>
          <p:spPr>
            <a:xfrm>
              <a:off x="4136704" y="1650705"/>
              <a:ext cx="539583" cy="539583"/>
            </a:xfrm>
            <a:prstGeom prst="rect">
              <a:avLst/>
            </a:prstGeom>
          </p:spPr>
        </p:pic>
        <p:pic>
          <p:nvPicPr>
            <p:cNvPr id="53" name="图形 52" descr="眼镜">
              <a:extLst>
                <a:ext uri="{FF2B5EF4-FFF2-40B4-BE49-F238E27FC236}">
                  <a16:creationId xmlns:a16="http://schemas.microsoft.com/office/drawing/2014/main" id="{DAB7D1A3-8858-0E48-B2C9-8B77690B27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/>
            </a:stretch>
          </p:blipFill>
          <p:spPr>
            <a:xfrm>
              <a:off x="1350305" y="1650497"/>
              <a:ext cx="539583" cy="540000"/>
            </a:xfrm>
            <a:prstGeom prst="rect">
              <a:avLst/>
            </a:prstGeom>
          </p:spPr>
        </p:pic>
        <p:pic>
          <p:nvPicPr>
            <p:cNvPr id="1058" name="Picture 34">
              <a:extLst>
                <a:ext uri="{FF2B5EF4-FFF2-40B4-BE49-F238E27FC236}">
                  <a16:creationId xmlns:a16="http://schemas.microsoft.com/office/drawing/2014/main" id="{9F419FE3-841D-E944-BFDE-130A1D9E70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50" y="4225242"/>
              <a:ext cx="576000" cy="57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8" name="矩形 77">
              <a:extLst>
                <a:ext uri="{FF2B5EF4-FFF2-40B4-BE49-F238E27FC236}">
                  <a16:creationId xmlns:a16="http://schemas.microsoft.com/office/drawing/2014/main" id="{C66F14D6-0F6A-B647-9D24-968A4735880C}"/>
                </a:ext>
              </a:extLst>
            </p:cNvPr>
            <p:cNvSpPr/>
            <p:nvPr/>
          </p:nvSpPr>
          <p:spPr>
            <a:xfrm>
              <a:off x="659252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79" name="矩形 78">
              <a:extLst>
                <a:ext uri="{FF2B5EF4-FFF2-40B4-BE49-F238E27FC236}">
                  <a16:creationId xmlns:a16="http://schemas.microsoft.com/office/drawing/2014/main" id="{9B6BE59F-04E0-044E-9111-2B0B47534284}"/>
                </a:ext>
              </a:extLst>
            </p:cNvPr>
            <p:cNvSpPr/>
            <p:nvPr/>
          </p:nvSpPr>
          <p:spPr>
            <a:xfrm>
              <a:off x="1328268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80" name="矩形 79">
              <a:extLst>
                <a:ext uri="{FF2B5EF4-FFF2-40B4-BE49-F238E27FC236}">
                  <a16:creationId xmlns:a16="http://schemas.microsoft.com/office/drawing/2014/main" id="{767C6A4C-E397-CE41-AD30-370F48EDDD40}"/>
                </a:ext>
              </a:extLst>
            </p:cNvPr>
            <p:cNvSpPr/>
            <p:nvPr/>
          </p:nvSpPr>
          <p:spPr>
            <a:xfrm>
              <a:off x="1997284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87" name="图形 86" descr="剪刀">
              <a:extLst>
                <a:ext uri="{FF2B5EF4-FFF2-40B4-BE49-F238E27FC236}">
                  <a16:creationId xmlns:a16="http://schemas.microsoft.com/office/drawing/2014/main" id="{90A5B080-24C6-704C-BF61-7512A1F2A511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0"/>
                </a:ext>
              </a:extLst>
            </a:blip>
            <a:stretch>
              <a:fillRect/>
            </a:stretch>
          </p:blipFill>
          <p:spPr>
            <a:xfrm>
              <a:off x="4801487" y="1650497"/>
              <a:ext cx="539583" cy="540000"/>
            </a:xfrm>
            <a:prstGeom prst="rect">
              <a:avLst/>
            </a:prstGeom>
          </p:spPr>
        </p:pic>
        <p:sp>
          <p:nvSpPr>
            <p:cNvPr id="90" name="矩形 89">
              <a:extLst>
                <a:ext uri="{FF2B5EF4-FFF2-40B4-BE49-F238E27FC236}">
                  <a16:creationId xmlns:a16="http://schemas.microsoft.com/office/drawing/2014/main" id="{B08A4F0B-C84D-0F45-9873-A8193177633C}"/>
                </a:ext>
              </a:extLst>
            </p:cNvPr>
            <p:cNvSpPr/>
            <p:nvPr/>
          </p:nvSpPr>
          <p:spPr>
            <a:xfrm>
              <a:off x="2666299" y="223279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1764AC26-055E-2143-A9E3-BE56170EF3B9}"/>
                </a:ext>
              </a:extLst>
            </p:cNvPr>
            <p:cNvSpPr/>
            <p:nvPr/>
          </p:nvSpPr>
          <p:spPr>
            <a:xfrm>
              <a:off x="2666299" y="290052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2" name="矩形 91">
              <a:extLst>
                <a:ext uri="{FF2B5EF4-FFF2-40B4-BE49-F238E27FC236}">
                  <a16:creationId xmlns:a16="http://schemas.microsoft.com/office/drawing/2014/main" id="{5C5DD961-D82D-5D4C-80D2-2A305352F920}"/>
                </a:ext>
              </a:extLst>
            </p:cNvPr>
            <p:cNvSpPr/>
            <p:nvPr/>
          </p:nvSpPr>
          <p:spPr>
            <a:xfrm>
              <a:off x="2666299" y="356825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94" name="图形 93">
              <a:extLst>
                <a:ext uri="{FF2B5EF4-FFF2-40B4-BE49-F238E27FC236}">
                  <a16:creationId xmlns:a16="http://schemas.microsoft.com/office/drawing/2014/main" id="{282F0D59-33BD-6E43-84BE-48FA1512F88B}"/>
                </a:ext>
              </a:extLst>
            </p:cNvPr>
            <p:cNvPicPr>
              <a:picLocks noChangeAspect="1"/>
            </p:cNvPicPr>
            <p:nvPr/>
          </p:nvPicPr>
          <p:blipFill>
            <a:blip r:embed="rId31">
              <a:extLst>
                <a:ext uri="{96DAC541-7B7A-43D3-8B79-37D633B846F1}">
                  <asvg:svgBlip xmlns:asvg="http://schemas.microsoft.com/office/drawing/2016/SVG/main" r:embed="rId32"/>
                </a:ext>
              </a:extLst>
            </a:blip>
            <a:srcRect/>
            <a:stretch/>
          </p:blipFill>
          <p:spPr>
            <a:xfrm>
              <a:off x="2690421" y="1650705"/>
              <a:ext cx="539583" cy="539583"/>
            </a:xfrm>
            <a:prstGeom prst="rect">
              <a:avLst/>
            </a:prstGeom>
          </p:spPr>
        </p:pic>
        <p:sp>
          <p:nvSpPr>
            <p:cNvPr id="96" name="矩形 95">
              <a:extLst>
                <a:ext uri="{FF2B5EF4-FFF2-40B4-BE49-F238E27FC236}">
                  <a16:creationId xmlns:a16="http://schemas.microsoft.com/office/drawing/2014/main" id="{DFFA595D-BD0A-1542-B233-8A899848FB4E}"/>
                </a:ext>
              </a:extLst>
            </p:cNvPr>
            <p:cNvSpPr/>
            <p:nvPr/>
          </p:nvSpPr>
          <p:spPr>
            <a:xfrm>
              <a:off x="2666299" y="4237309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1C55940A-71DD-CC41-8074-990AF4171BC5}"/>
                </a:ext>
              </a:extLst>
            </p:cNvPr>
            <p:cNvSpPr/>
            <p:nvPr/>
          </p:nvSpPr>
          <p:spPr>
            <a:xfrm>
              <a:off x="4108035" y="223110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99" name="矩形 98">
              <a:extLst>
                <a:ext uri="{FF2B5EF4-FFF2-40B4-BE49-F238E27FC236}">
                  <a16:creationId xmlns:a16="http://schemas.microsoft.com/office/drawing/2014/main" id="{F226544E-440D-4047-BE41-39FF13144D2C}"/>
                </a:ext>
              </a:extLst>
            </p:cNvPr>
            <p:cNvSpPr/>
            <p:nvPr/>
          </p:nvSpPr>
          <p:spPr>
            <a:xfrm>
              <a:off x="4108035" y="289883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0" name="矩形 99">
              <a:extLst>
                <a:ext uri="{FF2B5EF4-FFF2-40B4-BE49-F238E27FC236}">
                  <a16:creationId xmlns:a16="http://schemas.microsoft.com/office/drawing/2014/main" id="{B38EA365-AE3B-154F-8FD2-D17D29AF58B6}"/>
                </a:ext>
              </a:extLst>
            </p:cNvPr>
            <p:cNvSpPr/>
            <p:nvPr/>
          </p:nvSpPr>
          <p:spPr>
            <a:xfrm>
              <a:off x="4108035" y="356656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3" name="矩形 102">
              <a:extLst>
                <a:ext uri="{FF2B5EF4-FFF2-40B4-BE49-F238E27FC236}">
                  <a16:creationId xmlns:a16="http://schemas.microsoft.com/office/drawing/2014/main" id="{C5B13E71-B020-AB4A-A2BF-BCCDCD6DC95A}"/>
                </a:ext>
              </a:extLst>
            </p:cNvPr>
            <p:cNvSpPr/>
            <p:nvPr/>
          </p:nvSpPr>
          <p:spPr>
            <a:xfrm>
              <a:off x="4108035" y="423561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E20DBBA1-7A91-1D4F-8FE0-47A9B67CE6B2}"/>
                </a:ext>
              </a:extLst>
            </p:cNvPr>
            <p:cNvSpPr/>
            <p:nvPr/>
          </p:nvSpPr>
          <p:spPr>
            <a:xfrm>
              <a:off x="4777365" y="223110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9D14F00-D671-1E43-A170-76E0D72D5F47}"/>
                </a:ext>
              </a:extLst>
            </p:cNvPr>
            <p:cNvSpPr/>
            <p:nvPr/>
          </p:nvSpPr>
          <p:spPr>
            <a:xfrm>
              <a:off x="4777365" y="289883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78D0B79B-3648-AF4E-88A9-D70AC9981898}"/>
                </a:ext>
              </a:extLst>
            </p:cNvPr>
            <p:cNvSpPr/>
            <p:nvPr/>
          </p:nvSpPr>
          <p:spPr>
            <a:xfrm>
              <a:off x="4777365" y="356656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09" name="矩形 108">
              <a:extLst>
                <a:ext uri="{FF2B5EF4-FFF2-40B4-BE49-F238E27FC236}">
                  <a16:creationId xmlns:a16="http://schemas.microsoft.com/office/drawing/2014/main" id="{EDC3A6D5-99BF-6542-B2CB-EC0197832B24}"/>
                </a:ext>
              </a:extLst>
            </p:cNvPr>
            <p:cNvSpPr/>
            <p:nvPr/>
          </p:nvSpPr>
          <p:spPr>
            <a:xfrm>
              <a:off x="4777365" y="4235618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0" name="矩形 109">
              <a:extLst>
                <a:ext uri="{FF2B5EF4-FFF2-40B4-BE49-F238E27FC236}">
                  <a16:creationId xmlns:a16="http://schemas.microsoft.com/office/drawing/2014/main" id="{01793F2E-043E-9D4D-B0EA-D1B2847B7DE4}"/>
                </a:ext>
              </a:extLst>
            </p:cNvPr>
            <p:cNvSpPr/>
            <p:nvPr/>
          </p:nvSpPr>
          <p:spPr>
            <a:xfrm>
              <a:off x="659252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1" name="矩形 110">
              <a:extLst>
                <a:ext uri="{FF2B5EF4-FFF2-40B4-BE49-F238E27FC236}">
                  <a16:creationId xmlns:a16="http://schemas.microsoft.com/office/drawing/2014/main" id="{2AC2BFC2-8806-3B4E-8917-8036DE7BBB09}"/>
                </a:ext>
              </a:extLst>
            </p:cNvPr>
            <p:cNvSpPr/>
            <p:nvPr/>
          </p:nvSpPr>
          <p:spPr>
            <a:xfrm>
              <a:off x="1328268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2" name="矩形 111">
              <a:extLst>
                <a:ext uri="{FF2B5EF4-FFF2-40B4-BE49-F238E27FC236}">
                  <a16:creationId xmlns:a16="http://schemas.microsoft.com/office/drawing/2014/main" id="{51F45C52-E7C5-6743-80C4-EE08192BE74D}"/>
                </a:ext>
              </a:extLst>
            </p:cNvPr>
            <p:cNvSpPr/>
            <p:nvPr/>
          </p:nvSpPr>
          <p:spPr>
            <a:xfrm>
              <a:off x="1997284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3" name="图片 112">
              <a:extLst>
                <a:ext uri="{FF2B5EF4-FFF2-40B4-BE49-F238E27FC236}">
                  <a16:creationId xmlns:a16="http://schemas.microsoft.com/office/drawing/2014/main" id="{9D800D1E-E90C-5B40-9229-7E732E7D752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l="57202" t="52503"/>
            <a:stretch/>
          </p:blipFill>
          <p:spPr>
            <a:xfrm>
              <a:off x="36822" y="5660460"/>
              <a:ext cx="505856" cy="576000"/>
            </a:xfrm>
            <a:prstGeom prst="rect">
              <a:avLst/>
            </a:prstGeom>
          </p:spPr>
        </p:pic>
        <p:sp>
          <p:nvSpPr>
            <p:cNvPr id="114" name="矩形 113">
              <a:extLst>
                <a:ext uri="{FF2B5EF4-FFF2-40B4-BE49-F238E27FC236}">
                  <a16:creationId xmlns:a16="http://schemas.microsoft.com/office/drawing/2014/main" id="{DA152820-74FD-564E-B663-7E20FA304CA0}"/>
                </a:ext>
              </a:extLst>
            </p:cNvPr>
            <p:cNvSpPr/>
            <p:nvPr/>
          </p:nvSpPr>
          <p:spPr>
            <a:xfrm>
              <a:off x="659252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5" name="矩形 114">
              <a:extLst>
                <a:ext uri="{FF2B5EF4-FFF2-40B4-BE49-F238E27FC236}">
                  <a16:creationId xmlns:a16="http://schemas.microsoft.com/office/drawing/2014/main" id="{FDBD9D0B-5062-4641-B932-14859DA75704}"/>
                </a:ext>
              </a:extLst>
            </p:cNvPr>
            <p:cNvSpPr/>
            <p:nvPr/>
          </p:nvSpPr>
          <p:spPr>
            <a:xfrm>
              <a:off x="1328268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6" name="矩形 115">
              <a:extLst>
                <a:ext uri="{FF2B5EF4-FFF2-40B4-BE49-F238E27FC236}">
                  <a16:creationId xmlns:a16="http://schemas.microsoft.com/office/drawing/2014/main" id="{245EAE65-02B5-4448-8169-ECC8EC736B23}"/>
                </a:ext>
              </a:extLst>
            </p:cNvPr>
            <p:cNvSpPr/>
            <p:nvPr/>
          </p:nvSpPr>
          <p:spPr>
            <a:xfrm>
              <a:off x="1997284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7" name="矩形 116">
              <a:extLst>
                <a:ext uri="{FF2B5EF4-FFF2-40B4-BE49-F238E27FC236}">
                  <a16:creationId xmlns:a16="http://schemas.microsoft.com/office/drawing/2014/main" id="{D6685468-607E-A045-89C7-67645CC5F9AA}"/>
                </a:ext>
              </a:extLst>
            </p:cNvPr>
            <p:cNvSpPr/>
            <p:nvPr/>
          </p:nvSpPr>
          <p:spPr>
            <a:xfrm>
              <a:off x="2666299" y="566215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18" name="矩形 117">
              <a:extLst>
                <a:ext uri="{FF2B5EF4-FFF2-40B4-BE49-F238E27FC236}">
                  <a16:creationId xmlns:a16="http://schemas.microsoft.com/office/drawing/2014/main" id="{C5D9D3D0-F149-1C40-9A35-F5664CB28853}"/>
                </a:ext>
              </a:extLst>
            </p:cNvPr>
            <p:cNvSpPr/>
            <p:nvPr/>
          </p:nvSpPr>
          <p:spPr>
            <a:xfrm>
              <a:off x="2666299" y="6329881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19" name="Picture 4">
              <a:extLst>
                <a:ext uri="{FF2B5EF4-FFF2-40B4-BE49-F238E27FC236}">
                  <a16:creationId xmlns:a16="http://schemas.microsoft.com/office/drawing/2014/main" id="{15B59CB3-BD9E-484A-9888-3C0E5485F5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-18086" y="6248288"/>
              <a:ext cx="615671" cy="7560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20" name="矩形 119">
              <a:extLst>
                <a:ext uri="{FF2B5EF4-FFF2-40B4-BE49-F238E27FC236}">
                  <a16:creationId xmlns:a16="http://schemas.microsoft.com/office/drawing/2014/main" id="{5F8CF763-0704-9D4B-A7EE-46C1E25EBC75}"/>
                </a:ext>
              </a:extLst>
            </p:cNvPr>
            <p:cNvSpPr/>
            <p:nvPr/>
          </p:nvSpPr>
          <p:spPr>
            <a:xfrm>
              <a:off x="4108035" y="566046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1" name="矩形 120">
              <a:extLst>
                <a:ext uri="{FF2B5EF4-FFF2-40B4-BE49-F238E27FC236}">
                  <a16:creationId xmlns:a16="http://schemas.microsoft.com/office/drawing/2014/main" id="{72CF503F-65AD-4640-BA53-94F285E8DBEC}"/>
                </a:ext>
              </a:extLst>
            </p:cNvPr>
            <p:cNvSpPr/>
            <p:nvPr/>
          </p:nvSpPr>
          <p:spPr>
            <a:xfrm>
              <a:off x="4108035" y="632819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2" name="矩形 121">
              <a:extLst>
                <a:ext uri="{FF2B5EF4-FFF2-40B4-BE49-F238E27FC236}">
                  <a16:creationId xmlns:a16="http://schemas.microsoft.com/office/drawing/2014/main" id="{A935B0B2-48A1-2141-BB57-A87C537DD9DD}"/>
                </a:ext>
              </a:extLst>
            </p:cNvPr>
            <p:cNvSpPr/>
            <p:nvPr/>
          </p:nvSpPr>
          <p:spPr>
            <a:xfrm>
              <a:off x="4777365" y="566046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sp>
          <p:nvSpPr>
            <p:cNvPr id="123" name="矩形 122">
              <a:extLst>
                <a:ext uri="{FF2B5EF4-FFF2-40B4-BE49-F238E27FC236}">
                  <a16:creationId xmlns:a16="http://schemas.microsoft.com/office/drawing/2014/main" id="{491A6044-307E-A24C-8372-33BB1AF519F9}"/>
                </a:ext>
              </a:extLst>
            </p:cNvPr>
            <p:cNvSpPr/>
            <p:nvPr/>
          </p:nvSpPr>
          <p:spPr>
            <a:xfrm>
              <a:off x="4777365" y="6328190"/>
              <a:ext cx="587828" cy="587828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/>
            </a:p>
          </p:txBody>
        </p:sp>
        <p:pic>
          <p:nvPicPr>
            <p:cNvPr id="126" name="图片 125">
              <a:extLst>
                <a:ext uri="{FF2B5EF4-FFF2-40B4-BE49-F238E27FC236}">
                  <a16:creationId xmlns:a16="http://schemas.microsoft.com/office/drawing/2014/main" id="{59352A72-5C10-6B47-8BF6-3C808316345D}"/>
                </a:ext>
              </a:extLst>
            </p:cNvPr>
            <p:cNvPicPr>
              <a:picLocks noChangeAspect="1"/>
            </p:cNvPicPr>
            <p:nvPr/>
          </p:nvPicPr>
          <p:blipFill>
            <a:blip r:embed="rId33">
              <a:grayscl/>
            </a:blip>
            <a:stretch>
              <a:fillRect/>
            </a:stretch>
          </p:blipFill>
          <p:spPr>
            <a:xfrm>
              <a:off x="4227335" y="3018138"/>
              <a:ext cx="349227" cy="349227"/>
            </a:xfrm>
            <a:prstGeom prst="rect">
              <a:avLst/>
            </a:prstGeom>
          </p:spPr>
        </p:pic>
        <p:pic>
          <p:nvPicPr>
            <p:cNvPr id="127" name="图片 126">
              <a:extLst>
                <a:ext uri="{FF2B5EF4-FFF2-40B4-BE49-F238E27FC236}">
                  <a16:creationId xmlns:a16="http://schemas.microsoft.com/office/drawing/2014/main" id="{6817FAFD-2AFC-1F43-A247-6D8601669221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grayscl/>
            </a:blip>
            <a:stretch>
              <a:fillRect/>
            </a:stretch>
          </p:blipFill>
          <p:spPr>
            <a:xfrm>
              <a:off x="1439267" y="4358309"/>
              <a:ext cx="349227" cy="349227"/>
            </a:xfrm>
            <a:prstGeom prst="rect">
              <a:avLst/>
            </a:prstGeom>
          </p:spPr>
        </p:pic>
        <p:pic>
          <p:nvPicPr>
            <p:cNvPr id="128" name="图片 127">
              <a:extLst>
                <a:ext uri="{FF2B5EF4-FFF2-40B4-BE49-F238E27FC236}">
                  <a16:creationId xmlns:a16="http://schemas.microsoft.com/office/drawing/2014/main" id="{4730F89F-7278-034C-8BEA-53B1C0722EF8}"/>
                </a:ext>
              </a:extLst>
            </p:cNvPr>
            <p:cNvPicPr>
              <a:picLocks noChangeAspect="1"/>
            </p:cNvPicPr>
            <p:nvPr/>
          </p:nvPicPr>
          <p:blipFill>
            <a:blip r:embed="rId35">
              <a:grayscl/>
            </a:blip>
            <a:stretch>
              <a:fillRect/>
            </a:stretch>
          </p:blipFill>
          <p:spPr>
            <a:xfrm>
              <a:off x="2120922" y="3018138"/>
              <a:ext cx="349227" cy="349227"/>
            </a:xfrm>
            <a:prstGeom prst="rect">
              <a:avLst/>
            </a:prstGeom>
          </p:spPr>
        </p:pic>
        <p:pic>
          <p:nvPicPr>
            <p:cNvPr id="129" name="图片 128">
              <a:extLst>
                <a:ext uri="{FF2B5EF4-FFF2-40B4-BE49-F238E27FC236}">
                  <a16:creationId xmlns:a16="http://schemas.microsoft.com/office/drawing/2014/main" id="{CE3BB579-E6C4-8F42-9B28-7E39AC2976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grayscl/>
            </a:blip>
            <a:stretch>
              <a:fillRect/>
            </a:stretch>
          </p:blipFill>
          <p:spPr>
            <a:xfrm>
              <a:off x="4896664" y="5781451"/>
              <a:ext cx="349227" cy="349227"/>
            </a:xfrm>
            <a:prstGeom prst="rect">
              <a:avLst/>
            </a:prstGeom>
          </p:spPr>
        </p:pic>
        <p:pic>
          <p:nvPicPr>
            <p:cNvPr id="130" name="图片 129">
              <a:extLst>
                <a:ext uri="{FF2B5EF4-FFF2-40B4-BE49-F238E27FC236}">
                  <a16:creationId xmlns:a16="http://schemas.microsoft.com/office/drawing/2014/main" id="{9DFEBDA8-3D77-4945-88BE-6D00B19C78AC}"/>
                </a:ext>
              </a:extLst>
            </p:cNvPr>
            <p:cNvPicPr>
              <a:picLocks noChangeAspect="1"/>
            </p:cNvPicPr>
            <p:nvPr/>
          </p:nvPicPr>
          <p:blipFill>
            <a:blip r:embed="rId37">
              <a:grayscl/>
            </a:blip>
            <a:stretch>
              <a:fillRect/>
            </a:stretch>
          </p:blipFill>
          <p:spPr>
            <a:xfrm>
              <a:off x="2788694" y="3685868"/>
              <a:ext cx="349227" cy="349227"/>
            </a:xfrm>
            <a:prstGeom prst="rect">
              <a:avLst/>
            </a:prstGeom>
          </p:spPr>
        </p:pic>
        <p:pic>
          <p:nvPicPr>
            <p:cNvPr id="131" name="图片 130">
              <a:extLst>
                <a:ext uri="{FF2B5EF4-FFF2-40B4-BE49-F238E27FC236}">
                  <a16:creationId xmlns:a16="http://schemas.microsoft.com/office/drawing/2014/main" id="{9CB346C3-22AA-5B46-9FCF-AFADD798BC2F}"/>
                </a:ext>
              </a:extLst>
            </p:cNvPr>
            <p:cNvPicPr>
              <a:picLocks noChangeAspect="1"/>
            </p:cNvPicPr>
            <p:nvPr/>
          </p:nvPicPr>
          <p:blipFill>
            <a:blip r:embed="rId38">
              <a:grayscl/>
            </a:blip>
            <a:stretch>
              <a:fillRect/>
            </a:stretch>
          </p:blipFill>
          <p:spPr>
            <a:xfrm>
              <a:off x="1449737" y="3018138"/>
              <a:ext cx="349227" cy="349227"/>
            </a:xfrm>
            <a:prstGeom prst="rect">
              <a:avLst/>
            </a:prstGeom>
          </p:spPr>
        </p:pic>
        <p:pic>
          <p:nvPicPr>
            <p:cNvPr id="132" name="图片 131">
              <a:extLst>
                <a:ext uri="{FF2B5EF4-FFF2-40B4-BE49-F238E27FC236}">
                  <a16:creationId xmlns:a16="http://schemas.microsoft.com/office/drawing/2014/main" id="{F9425327-D968-9F4E-A15B-491C51469F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9">
              <a:grayscl/>
            </a:blip>
            <a:stretch>
              <a:fillRect/>
            </a:stretch>
          </p:blipFill>
          <p:spPr>
            <a:xfrm>
              <a:off x="2792829" y="6447490"/>
              <a:ext cx="349227" cy="349227"/>
            </a:xfrm>
            <a:prstGeom prst="rect">
              <a:avLst/>
            </a:prstGeom>
          </p:spPr>
        </p:pic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3232563B-54BE-C847-B49C-D9227FDBA3F6}"/>
                </a:ext>
              </a:extLst>
            </p:cNvPr>
            <p:cNvSpPr txBox="1"/>
            <p:nvPr/>
          </p:nvSpPr>
          <p:spPr>
            <a:xfrm>
              <a:off x="3319536" y="2168180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4" name="文本框 133">
              <a:extLst>
                <a:ext uri="{FF2B5EF4-FFF2-40B4-BE49-F238E27FC236}">
                  <a16:creationId xmlns:a16="http://schemas.microsoft.com/office/drawing/2014/main" id="{2981A8A6-9CD5-334C-8A99-82902BC92522}"/>
                </a:ext>
              </a:extLst>
            </p:cNvPr>
            <p:cNvSpPr txBox="1"/>
            <p:nvPr/>
          </p:nvSpPr>
          <p:spPr>
            <a:xfrm>
              <a:off x="3319536" y="2832320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5" name="文本框 134">
              <a:extLst>
                <a:ext uri="{FF2B5EF4-FFF2-40B4-BE49-F238E27FC236}">
                  <a16:creationId xmlns:a16="http://schemas.microsoft.com/office/drawing/2014/main" id="{2C355ADE-F9AB-D347-9175-B165E1425941}"/>
                </a:ext>
              </a:extLst>
            </p:cNvPr>
            <p:cNvSpPr txBox="1"/>
            <p:nvPr/>
          </p:nvSpPr>
          <p:spPr>
            <a:xfrm>
              <a:off x="3319536" y="3506538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6" name="文本框 135">
              <a:extLst>
                <a:ext uri="{FF2B5EF4-FFF2-40B4-BE49-F238E27FC236}">
                  <a16:creationId xmlns:a16="http://schemas.microsoft.com/office/drawing/2014/main" id="{0E7FFC93-49F0-254A-B6A0-5BCC7DD3D301}"/>
                </a:ext>
              </a:extLst>
            </p:cNvPr>
            <p:cNvSpPr txBox="1"/>
            <p:nvPr/>
          </p:nvSpPr>
          <p:spPr>
            <a:xfrm>
              <a:off x="3319536" y="4177620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7" name="文本框 136">
              <a:extLst>
                <a:ext uri="{FF2B5EF4-FFF2-40B4-BE49-F238E27FC236}">
                  <a16:creationId xmlns:a16="http://schemas.microsoft.com/office/drawing/2014/main" id="{DCD735E3-A236-934D-89CD-576C2D9180E2}"/>
                </a:ext>
              </a:extLst>
            </p:cNvPr>
            <p:cNvSpPr txBox="1"/>
            <p:nvPr/>
          </p:nvSpPr>
          <p:spPr>
            <a:xfrm>
              <a:off x="3319536" y="5598471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8" name="文本框 137">
              <a:extLst>
                <a:ext uri="{FF2B5EF4-FFF2-40B4-BE49-F238E27FC236}">
                  <a16:creationId xmlns:a16="http://schemas.microsoft.com/office/drawing/2014/main" id="{9ABC0DF3-DAEC-EA48-AA5E-DE3CE25FF630}"/>
                </a:ext>
              </a:extLst>
            </p:cNvPr>
            <p:cNvSpPr txBox="1"/>
            <p:nvPr/>
          </p:nvSpPr>
          <p:spPr>
            <a:xfrm>
              <a:off x="3319536" y="6269553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39" name="文本框 138">
              <a:extLst>
                <a:ext uri="{FF2B5EF4-FFF2-40B4-BE49-F238E27FC236}">
                  <a16:creationId xmlns:a16="http://schemas.microsoft.com/office/drawing/2014/main" id="{ADB903D7-351A-AE4F-9689-9371F2B6EA31}"/>
                </a:ext>
              </a:extLst>
            </p:cNvPr>
            <p:cNvSpPr txBox="1"/>
            <p:nvPr/>
          </p:nvSpPr>
          <p:spPr>
            <a:xfrm rot="16200000">
              <a:off x="561064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CB23A41F-3395-EC44-B04C-A4E381A313D5}"/>
                </a:ext>
              </a:extLst>
            </p:cNvPr>
            <p:cNvSpPr txBox="1"/>
            <p:nvPr/>
          </p:nvSpPr>
          <p:spPr>
            <a:xfrm rot="16200000">
              <a:off x="1225204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1" name="文本框 140">
              <a:extLst>
                <a:ext uri="{FF2B5EF4-FFF2-40B4-BE49-F238E27FC236}">
                  <a16:creationId xmlns:a16="http://schemas.microsoft.com/office/drawing/2014/main" id="{7AF7C8AD-4116-E34A-B9AB-A8D22D52F69C}"/>
                </a:ext>
              </a:extLst>
            </p:cNvPr>
            <p:cNvSpPr txBox="1"/>
            <p:nvPr/>
          </p:nvSpPr>
          <p:spPr>
            <a:xfrm rot="16200000">
              <a:off x="1899422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2" name="文本框 141">
              <a:extLst>
                <a:ext uri="{FF2B5EF4-FFF2-40B4-BE49-F238E27FC236}">
                  <a16:creationId xmlns:a16="http://schemas.microsoft.com/office/drawing/2014/main" id="{A741D6BA-695E-A84E-A031-090AC9A68175}"/>
                </a:ext>
              </a:extLst>
            </p:cNvPr>
            <p:cNvSpPr txBox="1"/>
            <p:nvPr/>
          </p:nvSpPr>
          <p:spPr>
            <a:xfrm rot="16200000">
              <a:off x="2570504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3" name="文本框 142">
              <a:extLst>
                <a:ext uri="{FF2B5EF4-FFF2-40B4-BE49-F238E27FC236}">
                  <a16:creationId xmlns:a16="http://schemas.microsoft.com/office/drawing/2014/main" id="{04B0CF36-25AA-BC46-8543-AC1810649145}"/>
                </a:ext>
              </a:extLst>
            </p:cNvPr>
            <p:cNvSpPr txBox="1"/>
            <p:nvPr/>
          </p:nvSpPr>
          <p:spPr>
            <a:xfrm rot="16200000">
              <a:off x="3991355" y="4871086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44" name="文本框 143">
              <a:extLst>
                <a:ext uri="{FF2B5EF4-FFF2-40B4-BE49-F238E27FC236}">
                  <a16:creationId xmlns:a16="http://schemas.microsoft.com/office/drawing/2014/main" id="{87F4B039-BD6F-7945-9952-4E1A4EB58479}"/>
                </a:ext>
              </a:extLst>
            </p:cNvPr>
            <p:cNvSpPr txBox="1"/>
            <p:nvPr/>
          </p:nvSpPr>
          <p:spPr>
            <a:xfrm rot="16200000">
              <a:off x="4662437" y="4871085"/>
              <a:ext cx="697627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kumimoji="1" lang="en-US" altLang="zh-CN" sz="4000" b="1" dirty="0">
                  <a:latin typeface="Telugu MN" pitchFamily="2" charset="0"/>
                  <a:cs typeface="Telugu MN" pitchFamily="2" charset="0"/>
                </a:rPr>
                <a:t>…</a:t>
              </a:r>
              <a:endParaRPr kumimoji="1" lang="zh-CN" altLang="en-US" sz="4000" b="1" dirty="0">
                <a:latin typeface="Telugu MN" pitchFamily="2" charset="0"/>
                <a:cs typeface="Telugu MN" pitchFamily="2" charset="0"/>
              </a:endParaRPr>
            </a:p>
          </p:txBody>
        </p:sp>
        <p:pic>
          <p:nvPicPr>
            <p:cNvPr id="188" name="图片 187">
              <a:extLst>
                <a:ext uri="{FF2B5EF4-FFF2-40B4-BE49-F238E27FC236}">
                  <a16:creationId xmlns:a16="http://schemas.microsoft.com/office/drawing/2014/main" id="{5C3C129C-361F-1045-811A-91F5EEEBFABB}"/>
                </a:ext>
              </a:extLst>
            </p:cNvPr>
            <p:cNvPicPr>
              <a:picLocks noChangeAspect="1"/>
            </p:cNvPicPr>
            <p:nvPr/>
          </p:nvPicPr>
          <p:blipFill>
            <a:blip r:embed="rId40">
              <a:grayscl/>
            </a:blip>
            <a:stretch>
              <a:fillRect/>
            </a:stretch>
          </p:blipFill>
          <p:spPr>
            <a:xfrm>
              <a:off x="4896671" y="4359052"/>
              <a:ext cx="349227" cy="349227"/>
            </a:xfrm>
            <a:prstGeom prst="rect">
              <a:avLst/>
            </a:prstGeom>
          </p:spPr>
        </p:pic>
      </p:grpSp>
      <p:pic>
        <p:nvPicPr>
          <p:cNvPr id="189" name="图形 188" descr="剪刀">
            <a:extLst>
              <a:ext uri="{FF2B5EF4-FFF2-40B4-BE49-F238E27FC236}">
                <a16:creationId xmlns:a16="http://schemas.microsoft.com/office/drawing/2014/main" id="{3D98C06E-5686-DE44-A1EE-2C9D8C08EF88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9699101" y="1989457"/>
            <a:ext cx="539583" cy="540000"/>
          </a:xfrm>
          <a:prstGeom prst="rect">
            <a:avLst/>
          </a:prstGeom>
        </p:spPr>
      </p:pic>
      <p:pic>
        <p:nvPicPr>
          <p:cNvPr id="190" name="图形 189" descr="剪刀">
            <a:extLst>
              <a:ext uri="{FF2B5EF4-FFF2-40B4-BE49-F238E27FC236}">
                <a16:creationId xmlns:a16="http://schemas.microsoft.com/office/drawing/2014/main" id="{BDED1B70-AAA7-5645-B9B1-7ACD1FCC1958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2"/>
              </a:ext>
            </a:extLst>
          </a:blip>
          <a:stretch>
            <a:fillRect/>
          </a:stretch>
        </p:blipFill>
        <p:spPr>
          <a:xfrm>
            <a:off x="12365544" y="1271834"/>
            <a:ext cx="539583" cy="540000"/>
          </a:xfrm>
          <a:prstGeom prst="rect">
            <a:avLst/>
          </a:prstGeom>
        </p:spPr>
      </p:pic>
      <p:sp>
        <p:nvSpPr>
          <p:cNvPr id="191" name="文本框 190">
            <a:extLst>
              <a:ext uri="{FF2B5EF4-FFF2-40B4-BE49-F238E27FC236}">
                <a16:creationId xmlns:a16="http://schemas.microsoft.com/office/drawing/2014/main" id="{99EA0359-DF39-C240-921D-6191D3522762}"/>
              </a:ext>
            </a:extLst>
          </p:cNvPr>
          <p:cNvSpPr txBox="1"/>
          <p:nvPr/>
        </p:nvSpPr>
        <p:spPr>
          <a:xfrm>
            <a:off x="10282501" y="197145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384A2E64-296C-3C4B-BC70-8DC7536DD869}"/>
              </a:ext>
            </a:extLst>
          </p:cNvPr>
          <p:cNvSpPr txBox="1"/>
          <p:nvPr/>
        </p:nvSpPr>
        <p:spPr>
          <a:xfrm>
            <a:off x="9690047" y="60760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71C73E9C-94BB-F24C-BF7A-012A5CDE5EC4}"/>
              </a:ext>
            </a:extLst>
          </p:cNvPr>
          <p:cNvSpPr txBox="1"/>
          <p:nvPr/>
        </p:nvSpPr>
        <p:spPr>
          <a:xfrm>
            <a:off x="12969681" y="127183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4" name="燕尾形箭头 193">
            <a:extLst>
              <a:ext uri="{FF2B5EF4-FFF2-40B4-BE49-F238E27FC236}">
                <a16:creationId xmlns:a16="http://schemas.microsoft.com/office/drawing/2014/main" id="{05B0EB4A-5886-DC45-ADAE-BA799D7BECD1}"/>
              </a:ext>
            </a:extLst>
          </p:cNvPr>
          <p:cNvSpPr>
            <a:spLocks noChangeAspect="1"/>
          </p:cNvSpPr>
          <p:nvPr/>
        </p:nvSpPr>
        <p:spPr>
          <a:xfrm>
            <a:off x="18320386" y="3267161"/>
            <a:ext cx="726073" cy="721439"/>
          </a:xfrm>
          <a:prstGeom prst="notchedRightArrow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5" name="圆角矩形 194">
            <a:extLst>
              <a:ext uri="{FF2B5EF4-FFF2-40B4-BE49-F238E27FC236}">
                <a16:creationId xmlns:a16="http://schemas.microsoft.com/office/drawing/2014/main" id="{E1462809-7E30-FE44-9FD7-9C93C7BC1B9A}"/>
              </a:ext>
            </a:extLst>
          </p:cNvPr>
          <p:cNvSpPr/>
          <p:nvPr/>
        </p:nvSpPr>
        <p:spPr>
          <a:xfrm>
            <a:off x="19251415" y="1635232"/>
            <a:ext cx="4406324" cy="425116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rgbClr val="7030A0"/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6" name="图片 195">
            <a:extLst>
              <a:ext uri="{FF2B5EF4-FFF2-40B4-BE49-F238E27FC236}">
                <a16:creationId xmlns:a16="http://schemas.microsoft.com/office/drawing/2014/main" id="{A8A20C85-4BF6-034D-9C1D-8D9CC7CA14E9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2503" r="60164"/>
          <a:stretch/>
        </p:blipFill>
        <p:spPr>
          <a:xfrm>
            <a:off x="19909068" y="2388059"/>
            <a:ext cx="470848" cy="576000"/>
          </a:xfrm>
          <a:prstGeom prst="rect">
            <a:avLst/>
          </a:prstGeom>
        </p:spPr>
      </p:pic>
      <p:pic>
        <p:nvPicPr>
          <p:cNvPr id="197" name="Picture 34">
            <a:extLst>
              <a:ext uri="{FF2B5EF4-FFF2-40B4-BE49-F238E27FC236}">
                <a16:creationId xmlns:a16="http://schemas.microsoft.com/office/drawing/2014/main" id="{285634AE-2CB8-DE4D-9D29-D4091F752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71704" y="3818928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8" name="Picture 4">
            <a:extLst>
              <a:ext uri="{FF2B5EF4-FFF2-40B4-BE49-F238E27FC236}">
                <a16:creationId xmlns:a16="http://schemas.microsoft.com/office/drawing/2014/main" id="{D20B6B41-FAEF-B142-BEEF-B5A18AA15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1884" y="5119174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1" name="图形 200">
            <a:extLst>
              <a:ext uri="{FF2B5EF4-FFF2-40B4-BE49-F238E27FC236}">
                <a16:creationId xmlns:a16="http://schemas.microsoft.com/office/drawing/2014/main" id="{BF445127-EB1E-A340-9F76-7921B20C17A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rcRect/>
          <a:stretch/>
        </p:blipFill>
        <p:spPr>
          <a:xfrm>
            <a:off x="20533883" y="2406273"/>
            <a:ext cx="539583" cy="539583"/>
          </a:xfrm>
          <a:prstGeom prst="rect">
            <a:avLst/>
          </a:prstGeom>
        </p:spPr>
      </p:pic>
      <p:pic>
        <p:nvPicPr>
          <p:cNvPr id="202" name="图形 201">
            <a:extLst>
              <a:ext uri="{FF2B5EF4-FFF2-40B4-BE49-F238E27FC236}">
                <a16:creationId xmlns:a16="http://schemas.microsoft.com/office/drawing/2014/main" id="{18B66DE2-AFBB-7D44-BFB3-EFFEDD46436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20543163" y="3837142"/>
            <a:ext cx="539583" cy="539583"/>
          </a:xfrm>
          <a:prstGeom prst="rect">
            <a:avLst/>
          </a:prstGeom>
        </p:spPr>
      </p:pic>
      <p:pic>
        <p:nvPicPr>
          <p:cNvPr id="203" name="图形 202">
            <a:extLst>
              <a:ext uri="{FF2B5EF4-FFF2-40B4-BE49-F238E27FC236}">
                <a16:creationId xmlns:a16="http://schemas.microsoft.com/office/drawing/2014/main" id="{3A02F6BC-9F7A-3748-B8CC-3A3AFD02894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20543163" y="5227398"/>
            <a:ext cx="539583" cy="539583"/>
          </a:xfrm>
          <a:prstGeom prst="rect">
            <a:avLst/>
          </a:prstGeom>
        </p:spPr>
      </p:pic>
      <p:pic>
        <p:nvPicPr>
          <p:cNvPr id="207" name="图片 206">
            <a:extLst>
              <a:ext uri="{FF2B5EF4-FFF2-40B4-BE49-F238E27FC236}">
                <a16:creationId xmlns:a16="http://schemas.microsoft.com/office/drawing/2014/main" id="{F192DF75-6BC5-094C-AE32-86FBF8BBC3F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84" r="58083" b="52922"/>
          <a:stretch/>
        </p:blipFill>
        <p:spPr>
          <a:xfrm>
            <a:off x="19883572" y="1715436"/>
            <a:ext cx="521840" cy="576000"/>
          </a:xfrm>
          <a:prstGeom prst="rect">
            <a:avLst/>
          </a:prstGeom>
        </p:spPr>
      </p:pic>
      <p:pic>
        <p:nvPicPr>
          <p:cNvPr id="208" name="图片 207">
            <a:extLst>
              <a:ext uri="{FF2B5EF4-FFF2-40B4-BE49-F238E27FC236}">
                <a16:creationId xmlns:a16="http://schemas.microsoft.com/office/drawing/2014/main" id="{CCBF7397-F33A-7C4F-A7CA-4D04D4D12F04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8083" b="52503"/>
          <a:stretch/>
        </p:blipFill>
        <p:spPr>
          <a:xfrm>
            <a:off x="19896772" y="3105682"/>
            <a:ext cx="495440" cy="576000"/>
          </a:xfrm>
          <a:prstGeom prst="rect">
            <a:avLst/>
          </a:prstGeom>
        </p:spPr>
      </p:pic>
      <p:pic>
        <p:nvPicPr>
          <p:cNvPr id="209" name="图片 208">
            <a:extLst>
              <a:ext uri="{FF2B5EF4-FFF2-40B4-BE49-F238E27FC236}">
                <a16:creationId xmlns:a16="http://schemas.microsoft.com/office/drawing/2014/main" id="{8C172B92-001F-E546-81CB-D4BD5B95D55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7202" t="52503"/>
          <a:stretch/>
        </p:blipFill>
        <p:spPr>
          <a:xfrm>
            <a:off x="19906776" y="4491551"/>
            <a:ext cx="505856" cy="576000"/>
          </a:xfrm>
          <a:prstGeom prst="rect">
            <a:avLst/>
          </a:prstGeom>
        </p:spPr>
      </p:pic>
      <p:pic>
        <p:nvPicPr>
          <p:cNvPr id="210" name="图形 209">
            <a:extLst>
              <a:ext uri="{FF2B5EF4-FFF2-40B4-BE49-F238E27FC236}">
                <a16:creationId xmlns:a16="http://schemas.microsoft.com/office/drawing/2014/main" id="{D69862D5-883A-F549-8B5F-83E245A13C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20533883" y="1733650"/>
            <a:ext cx="539583" cy="539583"/>
          </a:xfrm>
          <a:prstGeom prst="rect">
            <a:avLst/>
          </a:prstGeom>
        </p:spPr>
      </p:pic>
      <p:pic>
        <p:nvPicPr>
          <p:cNvPr id="211" name="图形 210">
            <a:extLst>
              <a:ext uri="{FF2B5EF4-FFF2-40B4-BE49-F238E27FC236}">
                <a16:creationId xmlns:a16="http://schemas.microsoft.com/office/drawing/2014/main" id="{2E883083-3C74-5245-A9C4-4563D74721E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20543446" y="3123906"/>
            <a:ext cx="539583" cy="539583"/>
          </a:xfrm>
          <a:prstGeom prst="rect">
            <a:avLst/>
          </a:prstGeom>
        </p:spPr>
      </p:pic>
      <p:pic>
        <p:nvPicPr>
          <p:cNvPr id="213" name="图形 212">
            <a:extLst>
              <a:ext uri="{FF2B5EF4-FFF2-40B4-BE49-F238E27FC236}">
                <a16:creationId xmlns:a16="http://schemas.microsoft.com/office/drawing/2014/main" id="{DCB09766-3FF8-1640-9923-D39DF60F66A4}"/>
              </a:ext>
            </a:extLst>
          </p:cNvPr>
          <p:cNvPicPr>
            <a:picLocks noChangeAspect="1"/>
          </p:cNvPicPr>
          <p:nvPr/>
        </p:nvPicPr>
        <p:blipFill>
          <a:blip r:embed="rId41">
            <a:extLst>
              <a:ext uri="{96DAC541-7B7A-43D3-8B79-37D633B846F1}">
                <asvg:svgBlip xmlns:asvg="http://schemas.microsoft.com/office/drawing/2016/SVG/main" r:embed="rId42"/>
              </a:ext>
            </a:extLst>
          </a:blip>
          <a:srcRect/>
          <a:stretch/>
        </p:blipFill>
        <p:spPr>
          <a:xfrm>
            <a:off x="20532828" y="4509765"/>
            <a:ext cx="539583" cy="539583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1C5CFA11-E445-D245-8EB5-A5808D2E2A1B}"/>
              </a:ext>
            </a:extLst>
          </p:cNvPr>
          <p:cNvSpPr txBox="1"/>
          <p:nvPr/>
        </p:nvSpPr>
        <p:spPr>
          <a:xfrm>
            <a:off x="8305177" y="52688"/>
            <a:ext cx="5367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solidFill>
                  <a:srgbClr val="961213"/>
                </a:solidFill>
                <a:latin typeface="Telugu MN" pitchFamily="2" charset="0"/>
                <a:cs typeface="Telugu MN" pitchFamily="2" charset="0"/>
              </a:rPr>
              <a:t>Positive Samples</a:t>
            </a:r>
            <a:endParaRPr kumimoji="1" lang="zh-CN" altLang="en-US" sz="3200" dirty="0">
              <a:solidFill>
                <a:srgbClr val="961213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3AA50CBD-FA1C-C74D-BF32-93BD7E099178}"/>
              </a:ext>
            </a:extLst>
          </p:cNvPr>
          <p:cNvSpPr txBox="1"/>
          <p:nvPr/>
        </p:nvSpPr>
        <p:spPr>
          <a:xfrm>
            <a:off x="14519870" y="579513"/>
            <a:ext cx="35069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Serve</a:t>
            </a:r>
            <a:r>
              <a:rPr kumimoji="1" lang="zh-CN" altLang="en-US" sz="3200" dirty="0">
                <a:latin typeface="Telugu MN" pitchFamily="2" charset="0"/>
                <a:cs typeface="Telugu MN" pitchFamily="2" charset="0"/>
              </a:rPr>
              <a:t> </a:t>
            </a:r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as </a:t>
            </a:r>
          </a:p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positive signals</a:t>
            </a:r>
            <a:endParaRPr kumimoji="1" lang="zh-CN" altLang="en-US" sz="32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21" name="圆角矩形 220">
            <a:extLst>
              <a:ext uri="{FF2B5EF4-FFF2-40B4-BE49-F238E27FC236}">
                <a16:creationId xmlns:a16="http://schemas.microsoft.com/office/drawing/2014/main" id="{FE237ACC-E15F-474A-B2E0-1320E4C2004D}"/>
              </a:ext>
            </a:extLst>
          </p:cNvPr>
          <p:cNvSpPr/>
          <p:nvPr/>
        </p:nvSpPr>
        <p:spPr>
          <a:xfrm>
            <a:off x="7649380" y="4975362"/>
            <a:ext cx="6673443" cy="210059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chemeClr val="accent6">
                <a:lumMod val="75000"/>
              </a:schemeClr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22" name="图片 221">
            <a:extLst>
              <a:ext uri="{FF2B5EF4-FFF2-40B4-BE49-F238E27FC236}">
                <a16:creationId xmlns:a16="http://schemas.microsoft.com/office/drawing/2014/main" id="{C976D27E-A3AB-F947-B732-F99B16EFF2F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2503" r="60164"/>
          <a:stretch/>
        </p:blipFill>
        <p:spPr>
          <a:xfrm>
            <a:off x="7779404" y="5751635"/>
            <a:ext cx="470848" cy="576000"/>
          </a:xfrm>
          <a:prstGeom prst="rect">
            <a:avLst/>
          </a:prstGeom>
        </p:spPr>
      </p:pic>
      <p:pic>
        <p:nvPicPr>
          <p:cNvPr id="223" name="Picture 34">
            <a:extLst>
              <a:ext uri="{FF2B5EF4-FFF2-40B4-BE49-F238E27FC236}">
                <a16:creationId xmlns:a16="http://schemas.microsoft.com/office/drawing/2014/main" id="{E95DFEEA-81B4-584E-8048-E698AA9DFD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8951" y="5055566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Picture 4">
            <a:extLst>
              <a:ext uri="{FF2B5EF4-FFF2-40B4-BE49-F238E27FC236}">
                <a16:creationId xmlns:a16="http://schemas.microsoft.com/office/drawing/2014/main" id="{35AF96A9-25BB-3844-B591-FAF4575379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131" y="6355812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图形 224">
            <a:extLst>
              <a:ext uri="{FF2B5EF4-FFF2-40B4-BE49-F238E27FC236}">
                <a16:creationId xmlns:a16="http://schemas.microsoft.com/office/drawing/2014/main" id="{BB50872F-D7B6-D84A-843A-FE75038E87EE}"/>
              </a:ext>
            </a:extLst>
          </p:cNvPr>
          <p:cNvPicPr>
            <a:picLocks noChangeAspect="1"/>
          </p:cNvPicPr>
          <p:nvPr/>
        </p:nvPicPr>
        <p:blipFill>
          <a:blip r:embed="rId43">
            <a:extLst>
              <a:ext uri="{96DAC541-7B7A-43D3-8B79-37D633B846F1}">
                <asvg:svgBlip xmlns:asvg="http://schemas.microsoft.com/office/drawing/2016/SVG/main" r:embed="rId44"/>
              </a:ext>
            </a:extLst>
          </a:blip>
          <a:srcRect/>
          <a:stretch/>
        </p:blipFill>
        <p:spPr>
          <a:xfrm>
            <a:off x="9055203" y="5769851"/>
            <a:ext cx="539583" cy="539583"/>
          </a:xfrm>
          <a:prstGeom prst="rect">
            <a:avLst/>
          </a:prstGeom>
        </p:spPr>
      </p:pic>
      <p:pic>
        <p:nvPicPr>
          <p:cNvPr id="227" name="图形 226">
            <a:extLst>
              <a:ext uri="{FF2B5EF4-FFF2-40B4-BE49-F238E27FC236}">
                <a16:creationId xmlns:a16="http://schemas.microsoft.com/office/drawing/2014/main" id="{698AE7D1-14EE-8246-849C-2876D5105165}"/>
              </a:ext>
            </a:extLst>
          </p:cNvPr>
          <p:cNvPicPr>
            <a:picLocks noChangeAspect="1"/>
          </p:cNvPicPr>
          <p:nvPr/>
        </p:nvPicPr>
        <p:blipFill>
          <a:blip r:embed="rId45">
            <a:extLst>
              <a:ext uri="{96DAC541-7B7A-43D3-8B79-37D633B846F1}">
                <asvg:svgBlip xmlns:asvg="http://schemas.microsoft.com/office/drawing/2016/SVG/main" r:embed="rId46"/>
              </a:ext>
            </a:extLst>
          </a:blip>
          <a:srcRect/>
          <a:stretch/>
        </p:blipFill>
        <p:spPr>
          <a:xfrm>
            <a:off x="8404219" y="5769851"/>
            <a:ext cx="539583" cy="539583"/>
          </a:xfrm>
          <a:prstGeom prst="rect">
            <a:avLst/>
          </a:prstGeom>
        </p:spPr>
      </p:pic>
      <p:pic>
        <p:nvPicPr>
          <p:cNvPr id="228" name="图形 227">
            <a:extLst>
              <a:ext uri="{FF2B5EF4-FFF2-40B4-BE49-F238E27FC236}">
                <a16:creationId xmlns:a16="http://schemas.microsoft.com/office/drawing/2014/main" id="{133B8DC6-82C7-014F-A515-D6F7057E960F}"/>
              </a:ext>
            </a:extLst>
          </p:cNvPr>
          <p:cNvPicPr>
            <a:picLocks noChangeAspect="1"/>
          </p:cNvPicPr>
          <p:nvPr/>
        </p:nvPicPr>
        <p:blipFill>
          <a:blip r:embed="rId47">
            <a:extLst>
              <a:ext uri="{96DAC541-7B7A-43D3-8B79-37D633B846F1}">
                <asvg:svgBlip xmlns:asvg="http://schemas.microsoft.com/office/drawing/2016/SVG/main" r:embed="rId48"/>
              </a:ext>
            </a:extLst>
          </a:blip>
          <a:srcRect/>
          <a:stretch/>
        </p:blipFill>
        <p:spPr>
          <a:xfrm>
            <a:off x="11690410" y="5073782"/>
            <a:ext cx="539583" cy="539583"/>
          </a:xfrm>
          <a:prstGeom prst="rect">
            <a:avLst/>
          </a:prstGeom>
        </p:spPr>
      </p:pic>
      <p:pic>
        <p:nvPicPr>
          <p:cNvPr id="229" name="图形 228">
            <a:extLst>
              <a:ext uri="{FF2B5EF4-FFF2-40B4-BE49-F238E27FC236}">
                <a16:creationId xmlns:a16="http://schemas.microsoft.com/office/drawing/2014/main" id="{31DA23B2-A212-D64F-B15C-C58EF7939CC7}"/>
              </a:ext>
            </a:extLst>
          </p:cNvPr>
          <p:cNvPicPr>
            <a:picLocks noChangeAspect="1"/>
          </p:cNvPicPr>
          <p:nvPr/>
        </p:nvPicPr>
        <p:blipFill>
          <a:blip r:embed="rId49">
            <a:extLst>
              <a:ext uri="{96DAC541-7B7A-43D3-8B79-37D633B846F1}">
                <asvg:svgBlip xmlns:asvg="http://schemas.microsoft.com/office/drawing/2016/SVG/main" r:embed="rId50"/>
              </a:ext>
            </a:extLst>
          </a:blip>
          <a:srcRect/>
          <a:stretch/>
        </p:blipFill>
        <p:spPr>
          <a:xfrm>
            <a:off x="11690410" y="6464028"/>
            <a:ext cx="539583" cy="539583"/>
          </a:xfrm>
          <a:prstGeom prst="rect">
            <a:avLst/>
          </a:prstGeom>
        </p:spPr>
      </p:pic>
      <p:sp>
        <p:nvSpPr>
          <p:cNvPr id="230" name="文本框 229">
            <a:extLst>
              <a:ext uri="{FF2B5EF4-FFF2-40B4-BE49-F238E27FC236}">
                <a16:creationId xmlns:a16="http://schemas.microsoft.com/office/drawing/2014/main" id="{14125481-9099-284D-9647-2E8737AAE35A}"/>
              </a:ext>
            </a:extLst>
          </p:cNvPr>
          <p:cNvSpPr txBox="1"/>
          <p:nvPr/>
        </p:nvSpPr>
        <p:spPr>
          <a:xfrm>
            <a:off x="10361162" y="577802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55254095-8E05-DE4A-B1BF-9036BEE7E9F6}"/>
              </a:ext>
            </a:extLst>
          </p:cNvPr>
          <p:cNvSpPr txBox="1"/>
          <p:nvPr/>
        </p:nvSpPr>
        <p:spPr>
          <a:xfrm>
            <a:off x="13600806" y="508195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FDB4AF88-42D2-674C-8E4C-55FFE53686C9}"/>
              </a:ext>
            </a:extLst>
          </p:cNvPr>
          <p:cNvSpPr txBox="1"/>
          <p:nvPr/>
        </p:nvSpPr>
        <p:spPr>
          <a:xfrm>
            <a:off x="13600806" y="647220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233" name="图片 232">
            <a:extLst>
              <a:ext uri="{FF2B5EF4-FFF2-40B4-BE49-F238E27FC236}">
                <a16:creationId xmlns:a16="http://schemas.microsoft.com/office/drawing/2014/main" id="{6904C520-A894-234E-AC68-0DA538E05F90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84" r="58083" b="52922"/>
          <a:stretch/>
        </p:blipFill>
        <p:spPr>
          <a:xfrm>
            <a:off x="7753908" y="5055566"/>
            <a:ext cx="521840" cy="576000"/>
          </a:xfrm>
          <a:prstGeom prst="rect">
            <a:avLst/>
          </a:prstGeom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58A9DA0D-D358-8041-B052-52DDF878A855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8083" b="52503"/>
          <a:stretch/>
        </p:blipFill>
        <p:spPr>
          <a:xfrm>
            <a:off x="7767108" y="6445812"/>
            <a:ext cx="495440" cy="576000"/>
          </a:xfrm>
          <a:prstGeom prst="rect">
            <a:avLst/>
          </a:prstGeom>
        </p:spPr>
      </p:pic>
      <p:pic>
        <p:nvPicPr>
          <p:cNvPr id="235" name="图片 234">
            <a:extLst>
              <a:ext uri="{FF2B5EF4-FFF2-40B4-BE49-F238E27FC236}">
                <a16:creationId xmlns:a16="http://schemas.microsoft.com/office/drawing/2014/main" id="{EA3E9071-9DC7-EB4E-80B1-55C556F93E8F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7202" t="52503"/>
          <a:stretch/>
        </p:blipFill>
        <p:spPr>
          <a:xfrm>
            <a:off x="11054023" y="5751635"/>
            <a:ext cx="505856" cy="576000"/>
          </a:xfrm>
          <a:prstGeom prst="rect">
            <a:avLst/>
          </a:prstGeom>
        </p:spPr>
      </p:pic>
      <p:pic>
        <p:nvPicPr>
          <p:cNvPr id="236" name="图形 235">
            <a:extLst>
              <a:ext uri="{FF2B5EF4-FFF2-40B4-BE49-F238E27FC236}">
                <a16:creationId xmlns:a16="http://schemas.microsoft.com/office/drawing/2014/main" id="{6D40865B-DD2F-3446-9DF0-413272986975}"/>
              </a:ext>
            </a:extLst>
          </p:cNvPr>
          <p:cNvPicPr>
            <a:picLocks noChangeAspect="1"/>
          </p:cNvPicPr>
          <p:nvPr/>
        </p:nvPicPr>
        <p:blipFill>
          <a:blip r:embed="rId51"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>
            <a:off x="8404219" y="5073782"/>
            <a:ext cx="539583" cy="539583"/>
          </a:xfrm>
          <a:prstGeom prst="rect">
            <a:avLst/>
          </a:prstGeom>
        </p:spPr>
      </p:pic>
      <p:pic>
        <p:nvPicPr>
          <p:cNvPr id="237" name="图形 236">
            <a:extLst>
              <a:ext uri="{FF2B5EF4-FFF2-40B4-BE49-F238E27FC236}">
                <a16:creationId xmlns:a16="http://schemas.microsoft.com/office/drawing/2014/main" id="{C7E0855E-2FB4-8B4E-8831-38471F83E70C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8413782" y="6464028"/>
            <a:ext cx="539583" cy="539583"/>
          </a:xfrm>
          <a:prstGeom prst="rect">
            <a:avLst/>
          </a:prstGeom>
        </p:spPr>
      </p:pic>
      <p:pic>
        <p:nvPicPr>
          <p:cNvPr id="238" name="图形 237">
            <a:extLst>
              <a:ext uri="{FF2B5EF4-FFF2-40B4-BE49-F238E27FC236}">
                <a16:creationId xmlns:a16="http://schemas.microsoft.com/office/drawing/2014/main" id="{6FF6E23E-D05D-074E-B92D-D07E4C05C7FF}"/>
              </a:ext>
            </a:extLst>
          </p:cNvPr>
          <p:cNvPicPr>
            <a:picLocks noChangeAspect="1"/>
          </p:cNvPicPr>
          <p:nvPr/>
        </p:nvPicPr>
        <p:blipFill>
          <a:blip r:embed="rId55">
            <a:extLst>
              <a:ext uri="{96DAC541-7B7A-43D3-8B79-37D633B846F1}">
                <asvg:svgBlip xmlns:asvg="http://schemas.microsoft.com/office/drawing/2016/SVG/main" r:embed="rId56"/>
              </a:ext>
            </a:extLst>
          </a:blip>
          <a:srcRect/>
          <a:stretch/>
        </p:blipFill>
        <p:spPr>
          <a:xfrm>
            <a:off x="9055203" y="6464028"/>
            <a:ext cx="539583" cy="539583"/>
          </a:xfrm>
          <a:prstGeom prst="rect">
            <a:avLst/>
          </a:prstGeom>
        </p:spPr>
      </p:pic>
      <p:pic>
        <p:nvPicPr>
          <p:cNvPr id="239" name="图形 238">
            <a:extLst>
              <a:ext uri="{FF2B5EF4-FFF2-40B4-BE49-F238E27FC236}">
                <a16:creationId xmlns:a16="http://schemas.microsoft.com/office/drawing/2014/main" id="{8570E761-619A-0C41-A7EB-352DED04C0D1}"/>
              </a:ext>
            </a:extLst>
          </p:cNvPr>
          <p:cNvPicPr>
            <a:picLocks noChangeAspect="1"/>
          </p:cNvPicPr>
          <p:nvPr/>
        </p:nvPicPr>
        <p:blipFill>
          <a:blip r:embed="rId57">
            <a:extLst>
              <a:ext uri="{96DAC541-7B7A-43D3-8B79-37D633B846F1}">
                <asvg:svgBlip xmlns:asvg="http://schemas.microsoft.com/office/drawing/2016/SVG/main" r:embed="rId58"/>
              </a:ext>
            </a:extLst>
          </a:blip>
          <a:srcRect/>
          <a:stretch/>
        </p:blipFill>
        <p:spPr>
          <a:xfrm>
            <a:off x="11703521" y="5769851"/>
            <a:ext cx="539583" cy="539583"/>
          </a:xfrm>
          <a:prstGeom prst="rect">
            <a:avLst/>
          </a:prstGeom>
        </p:spPr>
      </p:pic>
      <p:sp>
        <p:nvSpPr>
          <p:cNvPr id="240" name="文本框 239">
            <a:extLst>
              <a:ext uri="{FF2B5EF4-FFF2-40B4-BE49-F238E27FC236}">
                <a16:creationId xmlns:a16="http://schemas.microsoft.com/office/drawing/2014/main" id="{750AB6BC-8DD2-C14E-9C3A-51FAB2C488B8}"/>
              </a:ext>
            </a:extLst>
          </p:cNvPr>
          <p:cNvSpPr txBox="1"/>
          <p:nvPr/>
        </p:nvSpPr>
        <p:spPr>
          <a:xfrm>
            <a:off x="10361162" y="647220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5D95D242-C714-B14B-B040-866F99A80E4B}"/>
              </a:ext>
            </a:extLst>
          </p:cNvPr>
          <p:cNvSpPr txBox="1"/>
          <p:nvPr/>
        </p:nvSpPr>
        <p:spPr>
          <a:xfrm>
            <a:off x="10361162" y="508195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18687273-B946-7C45-A43F-EE7D19E08B4B}"/>
              </a:ext>
            </a:extLst>
          </p:cNvPr>
          <p:cNvSpPr txBox="1"/>
          <p:nvPr/>
        </p:nvSpPr>
        <p:spPr>
          <a:xfrm>
            <a:off x="13600806" y="577802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CAF9A8C2-131B-984B-89FD-7479DD5DCF51}"/>
              </a:ext>
            </a:extLst>
          </p:cNvPr>
          <p:cNvSpPr txBox="1"/>
          <p:nvPr/>
        </p:nvSpPr>
        <p:spPr>
          <a:xfrm>
            <a:off x="8305177" y="7173360"/>
            <a:ext cx="5367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solidFill>
                  <a:schemeClr val="accent6">
                    <a:lumMod val="75000"/>
                  </a:schemeClr>
                </a:solidFill>
                <a:latin typeface="Telugu MN" pitchFamily="2" charset="0"/>
                <a:cs typeface="Telugu MN" pitchFamily="2" charset="0"/>
              </a:rPr>
              <a:t>Negative Samples</a:t>
            </a:r>
            <a:endParaRPr kumimoji="1" lang="zh-CN" altLang="en-US" sz="3200" dirty="0">
              <a:solidFill>
                <a:schemeClr val="accent6">
                  <a:lumMod val="75000"/>
                </a:schemeClr>
              </a:solidFill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277" name="图形 276" descr="电话">
            <a:extLst>
              <a:ext uri="{FF2B5EF4-FFF2-40B4-BE49-F238E27FC236}">
                <a16:creationId xmlns:a16="http://schemas.microsoft.com/office/drawing/2014/main" id="{57552E13-FD53-0C42-AD4E-A7CFE33FE167}"/>
              </a:ext>
            </a:extLst>
          </p:cNvPr>
          <p:cNvPicPr>
            <a:picLocks noChangeAspect="1"/>
          </p:cNvPicPr>
          <p:nvPr/>
        </p:nvPicPr>
        <p:blipFill>
          <a:blip r:embed="rId59">
            <a:extLst>
              <a:ext uri="{96DAC541-7B7A-43D3-8B79-37D633B846F1}">
                <asvg:svgBlip xmlns:asvg="http://schemas.microsoft.com/office/drawing/2016/SVG/main" r:embed="rId60"/>
              </a:ext>
            </a:extLst>
          </a:blip>
          <a:stretch>
            <a:fillRect/>
          </a:stretch>
        </p:blipFill>
        <p:spPr>
          <a:xfrm>
            <a:off x="9054987" y="5073566"/>
            <a:ext cx="540000" cy="540000"/>
          </a:xfrm>
          <a:prstGeom prst="rect">
            <a:avLst/>
          </a:prstGeom>
        </p:spPr>
      </p:pic>
      <p:pic>
        <p:nvPicPr>
          <p:cNvPr id="278" name="图形 277">
            <a:extLst>
              <a:ext uri="{FF2B5EF4-FFF2-40B4-BE49-F238E27FC236}">
                <a16:creationId xmlns:a16="http://schemas.microsoft.com/office/drawing/2014/main" id="{D823910A-1824-A24D-951C-7791111DEFA7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12338633" y="5073782"/>
            <a:ext cx="539583" cy="539583"/>
          </a:xfrm>
          <a:prstGeom prst="rect">
            <a:avLst/>
          </a:prstGeom>
        </p:spPr>
      </p:pic>
      <p:pic>
        <p:nvPicPr>
          <p:cNvPr id="279" name="图形 278">
            <a:extLst>
              <a:ext uri="{FF2B5EF4-FFF2-40B4-BE49-F238E27FC236}">
                <a16:creationId xmlns:a16="http://schemas.microsoft.com/office/drawing/2014/main" id="{EE3D5E31-9888-4745-85C8-F10D4136D96A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12338633" y="6464028"/>
            <a:ext cx="539583" cy="539583"/>
          </a:xfrm>
          <a:prstGeom prst="rect">
            <a:avLst/>
          </a:prstGeom>
        </p:spPr>
      </p:pic>
      <p:pic>
        <p:nvPicPr>
          <p:cNvPr id="280" name="图形 279">
            <a:extLst>
              <a:ext uri="{FF2B5EF4-FFF2-40B4-BE49-F238E27FC236}">
                <a16:creationId xmlns:a16="http://schemas.microsoft.com/office/drawing/2014/main" id="{6B6F87ED-2FD2-D548-BCBD-B2CD43B2B3FD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12328298" y="5769851"/>
            <a:ext cx="539583" cy="539583"/>
          </a:xfrm>
          <a:prstGeom prst="rect">
            <a:avLst/>
          </a:prstGeom>
        </p:spPr>
      </p:pic>
      <p:sp>
        <p:nvSpPr>
          <p:cNvPr id="281" name="文本框 280">
            <a:extLst>
              <a:ext uri="{FF2B5EF4-FFF2-40B4-BE49-F238E27FC236}">
                <a16:creationId xmlns:a16="http://schemas.microsoft.com/office/drawing/2014/main" id="{9017D48B-EA3D-9E41-96DB-490B928293DC}"/>
              </a:ext>
            </a:extLst>
          </p:cNvPr>
          <p:cNvSpPr txBox="1"/>
          <p:nvPr/>
        </p:nvSpPr>
        <p:spPr>
          <a:xfrm>
            <a:off x="14322430" y="6252487"/>
            <a:ext cx="39018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Serve</a:t>
            </a:r>
            <a:r>
              <a:rPr kumimoji="1" lang="zh-CN" altLang="en-US" sz="3200" dirty="0">
                <a:latin typeface="Telugu MN" pitchFamily="2" charset="0"/>
                <a:cs typeface="Telugu MN" pitchFamily="2" charset="0"/>
              </a:rPr>
              <a:t> </a:t>
            </a:r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as potential negative signals</a:t>
            </a:r>
            <a:endParaRPr kumimoji="1" lang="zh-CN" altLang="en-US" sz="32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08BE07DA-93FD-924A-A633-1068057FE6ED}"/>
              </a:ext>
            </a:extLst>
          </p:cNvPr>
          <p:cNvSpPr txBox="1"/>
          <p:nvPr/>
        </p:nvSpPr>
        <p:spPr>
          <a:xfrm>
            <a:off x="5335118" y="335420"/>
            <a:ext cx="29962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Collect from</a:t>
            </a:r>
          </a:p>
          <a:p>
            <a:pPr algn="ctr"/>
            <a:r>
              <a:rPr kumimoji="1" lang="en-US" altLang="zh-CN" sz="3200" b="1" dirty="0">
                <a:latin typeface="Telugu MN" pitchFamily="2" charset="0"/>
                <a:cs typeface="Telugu MN" pitchFamily="2" charset="0"/>
              </a:rPr>
              <a:t>real</a:t>
            </a:r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 behaviors</a:t>
            </a:r>
            <a:endParaRPr kumimoji="1" lang="zh-CN" altLang="en-US" sz="32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B604D239-EF8D-F643-A316-CD3271A801BB}"/>
              </a:ext>
            </a:extLst>
          </p:cNvPr>
          <p:cNvSpPr txBox="1"/>
          <p:nvPr/>
        </p:nvSpPr>
        <p:spPr>
          <a:xfrm>
            <a:off x="5298344" y="4004770"/>
            <a:ext cx="38207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Select with</a:t>
            </a:r>
          </a:p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diverse </a:t>
            </a:r>
            <a:r>
              <a:rPr kumimoji="1" lang="en-US" altLang="zh-CN" sz="3200" b="1" dirty="0">
                <a:latin typeface="Telugu MN" pitchFamily="2" charset="0"/>
                <a:cs typeface="Telugu MN" pitchFamily="2" charset="0"/>
              </a:rPr>
              <a:t>strategies</a:t>
            </a:r>
            <a:endParaRPr kumimoji="1" lang="zh-CN" altLang="en-US" sz="32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4" name="燕尾形箭头 283">
            <a:extLst>
              <a:ext uri="{FF2B5EF4-FFF2-40B4-BE49-F238E27FC236}">
                <a16:creationId xmlns:a16="http://schemas.microsoft.com/office/drawing/2014/main" id="{B5119ADC-0184-264A-8F18-54E38B0B7417}"/>
              </a:ext>
            </a:extLst>
          </p:cNvPr>
          <p:cNvSpPr>
            <a:spLocks noChangeAspect="1"/>
          </p:cNvSpPr>
          <p:nvPr/>
        </p:nvSpPr>
        <p:spPr>
          <a:xfrm rot="5400000">
            <a:off x="4442352" y="7811666"/>
            <a:ext cx="540217" cy="858077"/>
          </a:xfrm>
          <a:prstGeom prst="notchedRightArrow">
            <a:avLst/>
          </a:prstGeom>
          <a:solidFill>
            <a:schemeClr val="accent6">
              <a:lumMod val="20000"/>
              <a:lumOff val="80000"/>
              <a:alpha val="30196"/>
            </a:schemeClr>
          </a:solidFill>
          <a:ln w="57150"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grpSp>
        <p:nvGrpSpPr>
          <p:cNvPr id="285" name="组合 284">
            <a:extLst>
              <a:ext uri="{FF2B5EF4-FFF2-40B4-BE49-F238E27FC236}">
                <a16:creationId xmlns:a16="http://schemas.microsoft.com/office/drawing/2014/main" id="{74306709-B309-744C-A2C2-01B2035AD6D1}"/>
              </a:ext>
            </a:extLst>
          </p:cNvPr>
          <p:cNvGrpSpPr/>
          <p:nvPr/>
        </p:nvGrpSpPr>
        <p:grpSpPr>
          <a:xfrm>
            <a:off x="2316619" y="8680522"/>
            <a:ext cx="4793937" cy="1522179"/>
            <a:chOff x="9155593" y="4998938"/>
            <a:chExt cx="7176585" cy="2312108"/>
          </a:xfrm>
        </p:grpSpPr>
        <p:sp>
          <p:nvSpPr>
            <p:cNvPr id="286" name="圆角矩形 285">
              <a:extLst>
                <a:ext uri="{FF2B5EF4-FFF2-40B4-BE49-F238E27FC236}">
                  <a16:creationId xmlns:a16="http://schemas.microsoft.com/office/drawing/2014/main" id="{BB0C3FE7-E9A4-3E4E-B64A-1E50284BE8E2}"/>
                </a:ext>
              </a:extLst>
            </p:cNvPr>
            <p:cNvSpPr/>
            <p:nvPr/>
          </p:nvSpPr>
          <p:spPr>
            <a:xfrm>
              <a:off x="9155593" y="4998938"/>
              <a:ext cx="7176585" cy="2312108"/>
            </a:xfrm>
            <a:prstGeom prst="round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76200">
              <a:solidFill>
                <a:schemeClr val="accent6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800" dirty="0">
                <a:solidFill>
                  <a:schemeClr val="tx1"/>
                </a:solidFill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287" name="文本框 286">
              <a:extLst>
                <a:ext uri="{FF2B5EF4-FFF2-40B4-BE49-F238E27FC236}">
                  <a16:creationId xmlns:a16="http://schemas.microsoft.com/office/drawing/2014/main" id="{595B235C-8CBF-1449-9030-478EDCB1FCE9}"/>
                </a:ext>
              </a:extLst>
            </p:cNvPr>
            <p:cNvSpPr txBox="1"/>
            <p:nvPr/>
          </p:nvSpPr>
          <p:spPr>
            <a:xfrm>
              <a:off x="9377832" y="5808277"/>
              <a:ext cx="6681289" cy="10752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4000" dirty="0">
                  <a:latin typeface="Telugu MN" pitchFamily="2" charset="0"/>
                  <a:cs typeface="Telugu MN" pitchFamily="2" charset="0"/>
                </a:rPr>
                <a:t>Negative Sampler</a:t>
              </a:r>
              <a:endParaRPr kumimoji="1" lang="zh-CN" altLang="en-US" sz="4000" dirty="0">
                <a:latin typeface="Telugu MN" pitchFamily="2" charset="0"/>
                <a:cs typeface="Telugu MN" pitchFamily="2" charset="0"/>
              </a:endParaRPr>
            </a:p>
          </p:txBody>
        </p:sp>
      </p:grpSp>
      <p:pic>
        <p:nvPicPr>
          <p:cNvPr id="1067" name="图形 1066" descr="无茎花朵">
            <a:extLst>
              <a:ext uri="{FF2B5EF4-FFF2-40B4-BE49-F238E27FC236}">
                <a16:creationId xmlns:a16="http://schemas.microsoft.com/office/drawing/2014/main" id="{19E2CA2F-9673-8A41-9439-743F6C722E92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tretch>
            <a:fillRect/>
          </a:stretch>
        </p:blipFill>
        <p:spPr>
          <a:xfrm>
            <a:off x="9693238" y="5769635"/>
            <a:ext cx="540000" cy="540000"/>
          </a:xfrm>
          <a:prstGeom prst="rect">
            <a:avLst/>
          </a:prstGeom>
        </p:spPr>
      </p:pic>
      <p:pic>
        <p:nvPicPr>
          <p:cNvPr id="1071" name="图形 1070" descr="太阳镜">
            <a:extLst>
              <a:ext uri="{FF2B5EF4-FFF2-40B4-BE49-F238E27FC236}">
                <a16:creationId xmlns:a16="http://schemas.microsoft.com/office/drawing/2014/main" id="{70AF6011-ACF4-F844-850A-F6A7D0AEC47C}"/>
              </a:ext>
            </a:extLst>
          </p:cNvPr>
          <p:cNvPicPr>
            <a:picLocks noChangeAspect="1"/>
          </p:cNvPicPr>
          <p:nvPr/>
        </p:nvPicPr>
        <p:blipFill>
          <a:blip r:embed="rId69">
            <a:extLst>
              <a:ext uri="{96DAC541-7B7A-43D3-8B79-37D633B846F1}">
                <asvg:svgBlip xmlns:asvg="http://schemas.microsoft.com/office/drawing/2016/SVG/main" r:embed="rId70"/>
              </a:ext>
            </a:extLst>
          </a:blip>
          <a:stretch>
            <a:fillRect/>
          </a:stretch>
        </p:blipFill>
        <p:spPr>
          <a:xfrm>
            <a:off x="12968895" y="6463812"/>
            <a:ext cx="540000" cy="540000"/>
          </a:xfrm>
          <a:prstGeom prst="rect">
            <a:avLst/>
          </a:prstGeom>
        </p:spPr>
      </p:pic>
      <p:pic>
        <p:nvPicPr>
          <p:cNvPr id="1073" name="图形 1072" descr="甜甜圈">
            <a:extLst>
              <a:ext uri="{FF2B5EF4-FFF2-40B4-BE49-F238E27FC236}">
                <a16:creationId xmlns:a16="http://schemas.microsoft.com/office/drawing/2014/main" id="{FFFF06B0-DF56-384E-AE94-61570F4BC308}"/>
              </a:ext>
            </a:extLst>
          </p:cNvPr>
          <p:cNvPicPr>
            <a:picLocks noChangeAspect="1"/>
          </p:cNvPicPr>
          <p:nvPr/>
        </p:nvPicPr>
        <p:blipFill>
          <a:blip r:embed="rId71">
            <a:extLst>
              <a:ext uri="{96DAC541-7B7A-43D3-8B79-37D633B846F1}">
                <asvg:svgBlip xmlns:asvg="http://schemas.microsoft.com/office/drawing/2016/SVG/main" r:embed="rId72"/>
              </a:ext>
            </a:extLst>
          </a:blip>
          <a:stretch>
            <a:fillRect/>
          </a:stretch>
        </p:blipFill>
        <p:spPr>
          <a:xfrm>
            <a:off x="9693238" y="6463812"/>
            <a:ext cx="540000" cy="540000"/>
          </a:xfrm>
          <a:prstGeom prst="rect">
            <a:avLst/>
          </a:prstGeom>
        </p:spPr>
      </p:pic>
      <p:pic>
        <p:nvPicPr>
          <p:cNvPr id="1075" name="图形 1074" descr="曲别针">
            <a:extLst>
              <a:ext uri="{FF2B5EF4-FFF2-40B4-BE49-F238E27FC236}">
                <a16:creationId xmlns:a16="http://schemas.microsoft.com/office/drawing/2014/main" id="{43E53181-DF8A-A84B-9BE1-43E614BDCB1A}"/>
              </a:ext>
            </a:extLst>
          </p:cNvPr>
          <p:cNvPicPr>
            <a:picLocks noChangeAspect="1"/>
          </p:cNvPicPr>
          <p:nvPr/>
        </p:nvPicPr>
        <p:blipFill>
          <a:blip r:embed="rId73">
            <a:extLst>
              <a:ext uri="{96DAC541-7B7A-43D3-8B79-37D633B846F1}">
                <asvg:svgBlip xmlns:asvg="http://schemas.microsoft.com/office/drawing/2016/SVG/main" r:embed="rId74"/>
              </a:ext>
            </a:extLst>
          </a:blip>
          <a:stretch>
            <a:fillRect/>
          </a:stretch>
        </p:blipFill>
        <p:spPr>
          <a:xfrm>
            <a:off x="12963403" y="5073566"/>
            <a:ext cx="540000" cy="540000"/>
          </a:xfrm>
          <a:prstGeom prst="rect">
            <a:avLst/>
          </a:prstGeom>
        </p:spPr>
      </p:pic>
      <p:pic>
        <p:nvPicPr>
          <p:cNvPr id="1077" name="图形 1076" descr="游戏控制器">
            <a:extLst>
              <a:ext uri="{FF2B5EF4-FFF2-40B4-BE49-F238E27FC236}">
                <a16:creationId xmlns:a16="http://schemas.microsoft.com/office/drawing/2014/main" id="{E1A6CD9E-C793-C549-AD35-36317F8F7CA2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tretch>
            <a:fillRect/>
          </a:stretch>
        </p:blipFill>
        <p:spPr>
          <a:xfrm>
            <a:off x="9707853" y="5073566"/>
            <a:ext cx="540000" cy="540000"/>
          </a:xfrm>
          <a:prstGeom prst="rect">
            <a:avLst/>
          </a:prstGeom>
        </p:spPr>
      </p:pic>
      <p:pic>
        <p:nvPicPr>
          <p:cNvPr id="1079" name="图形 1078" descr="菱形">
            <a:extLst>
              <a:ext uri="{FF2B5EF4-FFF2-40B4-BE49-F238E27FC236}">
                <a16:creationId xmlns:a16="http://schemas.microsoft.com/office/drawing/2014/main" id="{E771A26B-29C4-464D-A498-A3C2578C4FD1}"/>
              </a:ext>
            </a:extLst>
          </p:cNvPr>
          <p:cNvPicPr>
            <a:picLocks noChangeAspect="1"/>
          </p:cNvPicPr>
          <p:nvPr/>
        </p:nvPicPr>
        <p:blipFill>
          <a:blip r:embed="rId77">
            <a:extLst>
              <a:ext uri="{96DAC541-7B7A-43D3-8B79-37D633B846F1}">
                <asvg:svgBlip xmlns:asvg="http://schemas.microsoft.com/office/drawing/2016/SVG/main" r:embed="rId78"/>
              </a:ext>
            </a:extLst>
          </a:blip>
          <a:stretch>
            <a:fillRect/>
          </a:stretch>
        </p:blipFill>
        <p:spPr>
          <a:xfrm>
            <a:off x="12964238" y="5769635"/>
            <a:ext cx="540000" cy="540000"/>
          </a:xfrm>
          <a:prstGeom prst="rect">
            <a:avLst/>
          </a:prstGeom>
        </p:spPr>
      </p:pic>
      <p:sp>
        <p:nvSpPr>
          <p:cNvPr id="305" name="文本框 304">
            <a:extLst>
              <a:ext uri="{FF2B5EF4-FFF2-40B4-BE49-F238E27FC236}">
                <a16:creationId xmlns:a16="http://schemas.microsoft.com/office/drawing/2014/main" id="{C0517904-1D34-3447-8392-04B3FC17B96E}"/>
              </a:ext>
            </a:extLst>
          </p:cNvPr>
          <p:cNvSpPr txBox="1"/>
          <p:nvPr/>
        </p:nvSpPr>
        <p:spPr>
          <a:xfrm>
            <a:off x="19251416" y="5984922"/>
            <a:ext cx="4406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Optimization Procedure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65B57F2-55BD-E547-9C36-70A95B66AD38}"/>
              </a:ext>
            </a:extLst>
          </p:cNvPr>
          <p:cNvGrpSpPr/>
          <p:nvPr/>
        </p:nvGrpSpPr>
        <p:grpSpPr>
          <a:xfrm>
            <a:off x="20021140" y="579515"/>
            <a:ext cx="2829621" cy="844271"/>
            <a:chOff x="15715240" y="1416037"/>
            <a:chExt cx="2829621" cy="844271"/>
          </a:xfrm>
        </p:grpSpPr>
        <p:sp>
          <p:nvSpPr>
            <p:cNvPr id="159" name="圆角矩形 158">
              <a:extLst>
                <a:ext uri="{FF2B5EF4-FFF2-40B4-BE49-F238E27FC236}">
                  <a16:creationId xmlns:a16="http://schemas.microsoft.com/office/drawing/2014/main" id="{82668BB5-182E-234D-9709-37820C4307A1}"/>
                </a:ext>
              </a:extLst>
            </p:cNvPr>
            <p:cNvSpPr/>
            <p:nvPr/>
          </p:nvSpPr>
          <p:spPr>
            <a:xfrm>
              <a:off x="15722446" y="1416037"/>
              <a:ext cx="2811873" cy="787731"/>
            </a:xfrm>
            <a:prstGeom prst="roundRect">
              <a:avLst/>
            </a:prstGeom>
            <a:solidFill>
              <a:srgbClr val="7030A0">
                <a:alpha val="33333"/>
              </a:srgbClr>
            </a:solidFill>
            <a:ln w="762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400" dirty="0">
                <a:solidFill>
                  <a:schemeClr val="tx1"/>
                </a:solidFill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080D2A6A-D69D-0947-B93F-E344393FE4E7}"/>
                </a:ext>
              </a:extLst>
            </p:cNvPr>
            <p:cNvSpPr txBox="1"/>
            <p:nvPr/>
          </p:nvSpPr>
          <p:spPr>
            <a:xfrm>
              <a:off x="15715240" y="1613977"/>
              <a:ext cx="282962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3600" dirty="0">
                  <a:latin typeface="Telugu MN" pitchFamily="2" charset="0"/>
                  <a:cs typeface="Telugu MN" pitchFamily="2" charset="0"/>
                </a:rPr>
                <a:t>RecSys Loss</a:t>
              </a:r>
              <a:endParaRPr kumimoji="1" lang="zh-CN" altLang="en-US" sz="3600" dirty="0">
                <a:latin typeface="Telugu MN" pitchFamily="2" charset="0"/>
                <a:cs typeface="Telugu MN" pitchFamily="2" charset="0"/>
              </a:endParaRPr>
            </a:p>
          </p:txBody>
        </p:sp>
      </p:grp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CD958F1A-453B-8D4A-822E-883C89DA929D}"/>
              </a:ext>
            </a:extLst>
          </p:cNvPr>
          <p:cNvCxnSpPr>
            <a:cxnSpLocks/>
          </p:cNvCxnSpPr>
          <p:nvPr/>
        </p:nvCxnSpPr>
        <p:spPr>
          <a:xfrm flipH="1">
            <a:off x="19305375" y="1280224"/>
            <a:ext cx="739236" cy="400146"/>
          </a:xfrm>
          <a:prstGeom prst="line">
            <a:avLst/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016BEE64-4015-5D4D-9FCA-009634B8CEA6}"/>
              </a:ext>
            </a:extLst>
          </p:cNvPr>
          <p:cNvCxnSpPr>
            <a:cxnSpLocks/>
          </p:cNvCxnSpPr>
          <p:nvPr/>
        </p:nvCxnSpPr>
        <p:spPr>
          <a:xfrm>
            <a:off x="22843958" y="1280224"/>
            <a:ext cx="777800" cy="407305"/>
          </a:xfrm>
          <a:prstGeom prst="line">
            <a:avLst/>
          </a:prstGeom>
          <a:ln w="38100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0" name="图片 199">
            <a:extLst>
              <a:ext uri="{FF2B5EF4-FFF2-40B4-BE49-F238E27FC236}">
                <a16:creationId xmlns:a16="http://schemas.microsoft.com/office/drawing/2014/main" id="{6A8B8AE6-382A-5341-9626-D5F685B6A6FA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52503" r="60164"/>
          <a:stretch/>
        </p:blipFill>
        <p:spPr>
          <a:xfrm>
            <a:off x="22193550" y="2379099"/>
            <a:ext cx="470848" cy="576000"/>
          </a:xfrm>
          <a:prstGeom prst="rect">
            <a:avLst/>
          </a:prstGeom>
        </p:spPr>
      </p:pic>
      <p:pic>
        <p:nvPicPr>
          <p:cNvPr id="204" name="Picture 34">
            <a:extLst>
              <a:ext uri="{FF2B5EF4-FFF2-40B4-BE49-F238E27FC236}">
                <a16:creationId xmlns:a16="http://schemas.microsoft.com/office/drawing/2014/main" id="{5F8233D4-56F0-0E49-BB70-1D5C1D5057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56186" y="3809968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" name="Picture 4">
            <a:extLst>
              <a:ext uri="{FF2B5EF4-FFF2-40B4-BE49-F238E27FC236}">
                <a16:creationId xmlns:a16="http://schemas.microsoft.com/office/drawing/2014/main" id="{7C9DACFA-BBF8-5B46-9E62-D11284BB06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36366" y="5110214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图形 205">
            <a:extLst>
              <a:ext uri="{FF2B5EF4-FFF2-40B4-BE49-F238E27FC236}">
                <a16:creationId xmlns:a16="http://schemas.microsoft.com/office/drawing/2014/main" id="{290B0B9A-2664-054A-8CDA-B375BB5AE5D6}"/>
              </a:ext>
            </a:extLst>
          </p:cNvPr>
          <p:cNvPicPr>
            <a:picLocks noChangeAspect="1"/>
          </p:cNvPicPr>
          <p:nvPr/>
        </p:nvPicPr>
        <p:blipFill>
          <a:blip r:embed="rId67">
            <a:extLst>
              <a:ext uri="{96DAC541-7B7A-43D3-8B79-37D633B846F1}">
                <asvg:svgBlip xmlns:asvg="http://schemas.microsoft.com/office/drawing/2016/SVG/main" r:embed="rId68"/>
              </a:ext>
            </a:extLst>
          </a:blip>
          <a:srcRect/>
          <a:stretch/>
        </p:blipFill>
        <p:spPr>
          <a:xfrm>
            <a:off x="22818365" y="2397313"/>
            <a:ext cx="539583" cy="539583"/>
          </a:xfrm>
          <a:prstGeom prst="rect">
            <a:avLst/>
          </a:prstGeom>
        </p:spPr>
      </p:pic>
      <p:pic>
        <p:nvPicPr>
          <p:cNvPr id="212" name="图形 211">
            <a:extLst>
              <a:ext uri="{FF2B5EF4-FFF2-40B4-BE49-F238E27FC236}">
                <a16:creationId xmlns:a16="http://schemas.microsoft.com/office/drawing/2014/main" id="{730873CF-F50A-864E-9C12-3C2C013B2C68}"/>
              </a:ext>
            </a:extLst>
          </p:cNvPr>
          <p:cNvPicPr>
            <a:picLocks noChangeAspect="1"/>
          </p:cNvPicPr>
          <p:nvPr/>
        </p:nvPicPr>
        <p:blipFill>
          <a:blip r:embed="rId61"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  <a:srcRect/>
          <a:stretch/>
        </p:blipFill>
        <p:spPr>
          <a:xfrm>
            <a:off x="22827645" y="3828182"/>
            <a:ext cx="539583" cy="539583"/>
          </a:xfrm>
          <a:prstGeom prst="rect">
            <a:avLst/>
          </a:prstGeom>
        </p:spPr>
      </p:pic>
      <p:pic>
        <p:nvPicPr>
          <p:cNvPr id="214" name="图形 213">
            <a:extLst>
              <a:ext uri="{FF2B5EF4-FFF2-40B4-BE49-F238E27FC236}">
                <a16:creationId xmlns:a16="http://schemas.microsoft.com/office/drawing/2014/main" id="{8C5005EF-ABF1-9748-A473-92DBAAA3C38B}"/>
              </a:ext>
            </a:extLst>
          </p:cNvPr>
          <p:cNvPicPr>
            <a:picLocks noChangeAspect="1"/>
          </p:cNvPicPr>
          <p:nvPr/>
        </p:nvPicPr>
        <p:blipFill>
          <a:blip r:embed="rId63">
            <a:extLst>
              <a:ext uri="{96DAC541-7B7A-43D3-8B79-37D633B846F1}">
                <asvg:svgBlip xmlns:asvg="http://schemas.microsoft.com/office/drawing/2016/SVG/main" r:embed="rId64"/>
              </a:ext>
            </a:extLst>
          </a:blip>
          <a:srcRect/>
          <a:stretch/>
        </p:blipFill>
        <p:spPr>
          <a:xfrm>
            <a:off x="22827645" y="5218438"/>
            <a:ext cx="539583" cy="539583"/>
          </a:xfrm>
          <a:prstGeom prst="rect">
            <a:avLst/>
          </a:prstGeom>
        </p:spPr>
      </p:pic>
      <p:pic>
        <p:nvPicPr>
          <p:cNvPr id="215" name="图片 214">
            <a:extLst>
              <a:ext uri="{FF2B5EF4-FFF2-40B4-BE49-F238E27FC236}">
                <a16:creationId xmlns:a16="http://schemas.microsoft.com/office/drawing/2014/main" id="{7103AC00-A315-D94F-AC95-B686AB0521FD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984" r="58083" b="52922"/>
          <a:stretch/>
        </p:blipFill>
        <p:spPr>
          <a:xfrm>
            <a:off x="22168054" y="1706476"/>
            <a:ext cx="521840" cy="576000"/>
          </a:xfrm>
          <a:prstGeom prst="rect">
            <a:avLst/>
          </a:prstGeom>
        </p:spPr>
      </p:pic>
      <p:pic>
        <p:nvPicPr>
          <p:cNvPr id="216" name="图片 215">
            <a:extLst>
              <a:ext uri="{FF2B5EF4-FFF2-40B4-BE49-F238E27FC236}">
                <a16:creationId xmlns:a16="http://schemas.microsoft.com/office/drawing/2014/main" id="{E13D1045-36EB-BB4B-A6EC-E5429FD2E966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8083" b="52503"/>
          <a:stretch/>
        </p:blipFill>
        <p:spPr>
          <a:xfrm>
            <a:off x="22181254" y="3096722"/>
            <a:ext cx="495440" cy="576000"/>
          </a:xfrm>
          <a:prstGeom prst="rect">
            <a:avLst/>
          </a:prstGeom>
        </p:spPr>
      </p:pic>
      <p:pic>
        <p:nvPicPr>
          <p:cNvPr id="217" name="图片 216">
            <a:extLst>
              <a:ext uri="{FF2B5EF4-FFF2-40B4-BE49-F238E27FC236}">
                <a16:creationId xmlns:a16="http://schemas.microsoft.com/office/drawing/2014/main" id="{D91BD13D-18B3-4E45-B27D-FE86C2617491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57202" t="52503"/>
          <a:stretch/>
        </p:blipFill>
        <p:spPr>
          <a:xfrm>
            <a:off x="22191258" y="4482591"/>
            <a:ext cx="505856" cy="576000"/>
          </a:xfrm>
          <a:prstGeom prst="rect">
            <a:avLst/>
          </a:prstGeom>
        </p:spPr>
      </p:pic>
      <p:pic>
        <p:nvPicPr>
          <p:cNvPr id="226" name="图形 225">
            <a:extLst>
              <a:ext uri="{FF2B5EF4-FFF2-40B4-BE49-F238E27FC236}">
                <a16:creationId xmlns:a16="http://schemas.microsoft.com/office/drawing/2014/main" id="{C8F43EF0-015F-314A-9F97-899E88BFA3D0}"/>
              </a:ext>
            </a:extLst>
          </p:cNvPr>
          <p:cNvPicPr>
            <a:picLocks noChangeAspect="1"/>
          </p:cNvPicPr>
          <p:nvPr/>
        </p:nvPicPr>
        <p:blipFill>
          <a:blip r:embed="rId75">
            <a:extLst>
              <a:ext uri="{96DAC541-7B7A-43D3-8B79-37D633B846F1}">
                <asvg:svgBlip xmlns:asvg="http://schemas.microsoft.com/office/drawing/2016/SVG/main" r:embed="rId76"/>
              </a:ext>
            </a:extLst>
          </a:blip>
          <a:srcRect/>
          <a:stretch/>
        </p:blipFill>
        <p:spPr>
          <a:xfrm>
            <a:off x="22818365" y="1724690"/>
            <a:ext cx="539583" cy="539583"/>
          </a:xfrm>
          <a:prstGeom prst="rect">
            <a:avLst/>
          </a:prstGeom>
        </p:spPr>
      </p:pic>
      <p:pic>
        <p:nvPicPr>
          <p:cNvPr id="245" name="图形 244">
            <a:extLst>
              <a:ext uri="{FF2B5EF4-FFF2-40B4-BE49-F238E27FC236}">
                <a16:creationId xmlns:a16="http://schemas.microsoft.com/office/drawing/2014/main" id="{55F85EA1-44C4-A849-AC14-3FAB978D2435}"/>
              </a:ext>
            </a:extLst>
          </p:cNvPr>
          <p:cNvPicPr>
            <a:picLocks noChangeAspect="1"/>
          </p:cNvPicPr>
          <p:nvPr/>
        </p:nvPicPr>
        <p:blipFill>
          <a:blip r:embed="rId53">
            <a:extLst>
              <a:ext uri="{96DAC541-7B7A-43D3-8B79-37D633B846F1}">
                <asvg:svgBlip xmlns:asvg="http://schemas.microsoft.com/office/drawing/2016/SVG/main" r:embed="rId54"/>
              </a:ext>
            </a:extLst>
          </a:blip>
          <a:srcRect/>
          <a:stretch/>
        </p:blipFill>
        <p:spPr>
          <a:xfrm>
            <a:off x="22827928" y="3114946"/>
            <a:ext cx="539583" cy="539583"/>
          </a:xfrm>
          <a:prstGeom prst="rect">
            <a:avLst/>
          </a:prstGeom>
        </p:spPr>
      </p:pic>
      <p:pic>
        <p:nvPicPr>
          <p:cNvPr id="246" name="图形 245">
            <a:extLst>
              <a:ext uri="{FF2B5EF4-FFF2-40B4-BE49-F238E27FC236}">
                <a16:creationId xmlns:a16="http://schemas.microsoft.com/office/drawing/2014/main" id="{4602AED8-C58D-F744-9A30-50FA1010AFB1}"/>
              </a:ext>
            </a:extLst>
          </p:cNvPr>
          <p:cNvPicPr>
            <a:picLocks noChangeAspect="1"/>
          </p:cNvPicPr>
          <p:nvPr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rcRect/>
          <a:stretch/>
        </p:blipFill>
        <p:spPr>
          <a:xfrm>
            <a:off x="22817310" y="4500805"/>
            <a:ext cx="539583" cy="539583"/>
          </a:xfrm>
          <a:prstGeom prst="rect">
            <a:avLst/>
          </a:prstGeom>
        </p:spPr>
      </p:pic>
      <p:sp>
        <p:nvSpPr>
          <p:cNvPr id="15" name="燕尾形 14">
            <a:extLst>
              <a:ext uri="{FF2B5EF4-FFF2-40B4-BE49-F238E27FC236}">
                <a16:creationId xmlns:a16="http://schemas.microsoft.com/office/drawing/2014/main" id="{E75A9E9F-6CEC-9B4D-8F90-377DF220A668}"/>
              </a:ext>
            </a:extLst>
          </p:cNvPr>
          <p:cNvSpPr>
            <a:spLocks noChangeAspect="1"/>
          </p:cNvSpPr>
          <p:nvPr/>
        </p:nvSpPr>
        <p:spPr>
          <a:xfrm>
            <a:off x="21360447" y="1879242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3" name="燕尾形 252">
            <a:extLst>
              <a:ext uri="{FF2B5EF4-FFF2-40B4-BE49-F238E27FC236}">
                <a16:creationId xmlns:a16="http://schemas.microsoft.com/office/drawing/2014/main" id="{6A011A1A-A2D4-F54D-9A04-15EE6E767968}"/>
              </a:ext>
            </a:extLst>
          </p:cNvPr>
          <p:cNvSpPr>
            <a:spLocks noChangeAspect="1"/>
          </p:cNvSpPr>
          <p:nvPr/>
        </p:nvSpPr>
        <p:spPr>
          <a:xfrm>
            <a:off x="21360447" y="2584135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54" name="燕尾形 253">
            <a:extLst>
              <a:ext uri="{FF2B5EF4-FFF2-40B4-BE49-F238E27FC236}">
                <a16:creationId xmlns:a16="http://schemas.microsoft.com/office/drawing/2014/main" id="{3FC63359-BE90-C74A-B392-7E4B80CDA745}"/>
              </a:ext>
            </a:extLst>
          </p:cNvPr>
          <p:cNvSpPr>
            <a:spLocks noChangeAspect="1"/>
          </p:cNvSpPr>
          <p:nvPr/>
        </p:nvSpPr>
        <p:spPr>
          <a:xfrm>
            <a:off x="21360447" y="3274083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5" name="燕尾形 254">
            <a:extLst>
              <a:ext uri="{FF2B5EF4-FFF2-40B4-BE49-F238E27FC236}">
                <a16:creationId xmlns:a16="http://schemas.microsoft.com/office/drawing/2014/main" id="{56BB9BA1-3CA1-D44D-9E07-170D401003DE}"/>
              </a:ext>
            </a:extLst>
          </p:cNvPr>
          <p:cNvSpPr>
            <a:spLocks noChangeAspect="1"/>
          </p:cNvSpPr>
          <p:nvPr/>
        </p:nvSpPr>
        <p:spPr>
          <a:xfrm>
            <a:off x="21360447" y="3998941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6" name="燕尾形 255">
            <a:extLst>
              <a:ext uri="{FF2B5EF4-FFF2-40B4-BE49-F238E27FC236}">
                <a16:creationId xmlns:a16="http://schemas.microsoft.com/office/drawing/2014/main" id="{6811F570-0278-7C47-9258-58F07C932223}"/>
              </a:ext>
            </a:extLst>
          </p:cNvPr>
          <p:cNvSpPr>
            <a:spLocks noChangeAspect="1"/>
          </p:cNvSpPr>
          <p:nvPr/>
        </p:nvSpPr>
        <p:spPr>
          <a:xfrm>
            <a:off x="21360447" y="4661724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7" name="燕尾形 256">
            <a:extLst>
              <a:ext uri="{FF2B5EF4-FFF2-40B4-BE49-F238E27FC236}">
                <a16:creationId xmlns:a16="http://schemas.microsoft.com/office/drawing/2014/main" id="{9CC68D76-82E9-4E4B-B1DE-A13899378C0C}"/>
              </a:ext>
            </a:extLst>
          </p:cNvPr>
          <p:cNvSpPr>
            <a:spLocks noChangeAspect="1"/>
          </p:cNvSpPr>
          <p:nvPr/>
        </p:nvSpPr>
        <p:spPr>
          <a:xfrm>
            <a:off x="21360447" y="5359415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BB5885C1-A524-F945-A7AE-1520D13AA40D}"/>
                  </a:ext>
                </a:extLst>
              </p:cNvPr>
              <p:cNvSpPr txBox="1"/>
              <p:nvPr/>
            </p:nvSpPr>
            <p:spPr>
              <a:xfrm>
                <a:off x="20402849" y="1797693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BB5885C1-A524-F945-A7AE-1520D13AA4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849" y="1797693"/>
                <a:ext cx="177933" cy="492443"/>
              </a:xfrm>
              <a:prstGeom prst="rect">
                <a:avLst/>
              </a:prstGeom>
              <a:blipFill>
                <a:blip r:embed="rId7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6598F382-AE27-A443-8E80-7D010D5B85E5}"/>
                  </a:ext>
                </a:extLst>
              </p:cNvPr>
              <p:cNvSpPr txBox="1"/>
              <p:nvPr/>
            </p:nvSpPr>
            <p:spPr>
              <a:xfrm>
                <a:off x="20402849" y="5308068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0" name="文本框 259">
                <a:extLst>
                  <a:ext uri="{FF2B5EF4-FFF2-40B4-BE49-F238E27FC236}">
                    <a16:creationId xmlns:a16="http://schemas.microsoft.com/office/drawing/2014/main" id="{6598F382-AE27-A443-8E80-7D010D5B85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849" y="5308068"/>
                <a:ext cx="177933" cy="492443"/>
              </a:xfrm>
              <a:prstGeom prst="rect">
                <a:avLst/>
              </a:prstGeom>
              <a:blipFill>
                <a:blip r:embed="rId8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EE518582-E6A1-FC44-BF9D-05C00173085E}"/>
                  </a:ext>
                </a:extLst>
              </p:cNvPr>
              <p:cNvSpPr txBox="1"/>
              <p:nvPr/>
            </p:nvSpPr>
            <p:spPr>
              <a:xfrm>
                <a:off x="20402849" y="3943006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EE518582-E6A1-FC44-BF9D-05C00173085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849" y="3943006"/>
                <a:ext cx="177933" cy="492443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B2A35AA2-7A46-A34C-B9E0-17FAA6F6B4B5}"/>
                  </a:ext>
                </a:extLst>
              </p:cNvPr>
              <p:cNvSpPr txBox="1"/>
              <p:nvPr/>
            </p:nvSpPr>
            <p:spPr>
              <a:xfrm>
                <a:off x="20402849" y="4611577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B2A35AA2-7A46-A34C-B9E0-17FAA6F6B4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849" y="4611577"/>
                <a:ext cx="177933" cy="492443"/>
              </a:xfrm>
              <a:prstGeom prst="rect">
                <a:avLst/>
              </a:prstGeom>
              <a:blipFill>
                <a:blip r:embed="rId8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1BFC0F3C-ECE7-5E40-A0FD-027A39E53345}"/>
                  </a:ext>
                </a:extLst>
              </p:cNvPr>
              <p:cNvSpPr txBox="1"/>
              <p:nvPr/>
            </p:nvSpPr>
            <p:spPr>
              <a:xfrm>
                <a:off x="20402849" y="3190675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3" name="文本框 262">
                <a:extLst>
                  <a:ext uri="{FF2B5EF4-FFF2-40B4-BE49-F238E27FC236}">
                    <a16:creationId xmlns:a16="http://schemas.microsoft.com/office/drawing/2014/main" id="{1BFC0F3C-ECE7-5E40-A0FD-027A39E533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849" y="3190675"/>
                <a:ext cx="177933" cy="492443"/>
              </a:xfrm>
              <a:prstGeom prst="rect">
                <a:avLst/>
              </a:prstGeom>
              <a:blipFill>
                <a:blip r:embed="rId8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2DDC0806-32A4-5A43-B7AB-C15F81883291}"/>
                  </a:ext>
                </a:extLst>
              </p:cNvPr>
              <p:cNvSpPr txBox="1"/>
              <p:nvPr/>
            </p:nvSpPr>
            <p:spPr>
              <a:xfrm>
                <a:off x="20402849" y="2494184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4" name="文本框 263">
                <a:extLst>
                  <a:ext uri="{FF2B5EF4-FFF2-40B4-BE49-F238E27FC236}">
                    <a16:creationId xmlns:a16="http://schemas.microsoft.com/office/drawing/2014/main" id="{2DDC0806-32A4-5A43-B7AB-C15F81883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402849" y="2494184"/>
                <a:ext cx="177933" cy="492443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5" name="文本框 264">
                <a:extLst>
                  <a:ext uri="{FF2B5EF4-FFF2-40B4-BE49-F238E27FC236}">
                    <a16:creationId xmlns:a16="http://schemas.microsoft.com/office/drawing/2014/main" id="{0668E407-0F6D-BA4A-B6D2-08F79B0A781B}"/>
                  </a:ext>
                </a:extLst>
              </p:cNvPr>
              <p:cNvSpPr txBox="1"/>
              <p:nvPr/>
            </p:nvSpPr>
            <p:spPr>
              <a:xfrm>
                <a:off x="22676944" y="1797693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5" name="文本框 264">
                <a:extLst>
                  <a:ext uri="{FF2B5EF4-FFF2-40B4-BE49-F238E27FC236}">
                    <a16:creationId xmlns:a16="http://schemas.microsoft.com/office/drawing/2014/main" id="{0668E407-0F6D-BA4A-B6D2-08F79B0A78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6944" y="1797693"/>
                <a:ext cx="177933" cy="492443"/>
              </a:xfrm>
              <a:prstGeom prst="rect">
                <a:avLst/>
              </a:prstGeom>
              <a:blipFill>
                <a:blip r:embed="rId84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6" name="文本框 265">
                <a:extLst>
                  <a:ext uri="{FF2B5EF4-FFF2-40B4-BE49-F238E27FC236}">
                    <a16:creationId xmlns:a16="http://schemas.microsoft.com/office/drawing/2014/main" id="{371E7AF5-4AD8-F94A-837D-987293B6D2E2}"/>
                  </a:ext>
                </a:extLst>
              </p:cNvPr>
              <p:cNvSpPr txBox="1"/>
              <p:nvPr/>
            </p:nvSpPr>
            <p:spPr>
              <a:xfrm>
                <a:off x="22676944" y="5308068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6" name="文本框 265">
                <a:extLst>
                  <a:ext uri="{FF2B5EF4-FFF2-40B4-BE49-F238E27FC236}">
                    <a16:creationId xmlns:a16="http://schemas.microsoft.com/office/drawing/2014/main" id="{371E7AF5-4AD8-F94A-837D-987293B6D2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6944" y="5308068"/>
                <a:ext cx="177933" cy="492443"/>
              </a:xfrm>
              <a:prstGeom prst="rect">
                <a:avLst/>
              </a:prstGeom>
              <a:blipFill>
                <a:blip r:embed="rId85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61D45132-9FCE-DE48-8C1F-63D7F64E2C15}"/>
                  </a:ext>
                </a:extLst>
              </p:cNvPr>
              <p:cNvSpPr txBox="1"/>
              <p:nvPr/>
            </p:nvSpPr>
            <p:spPr>
              <a:xfrm>
                <a:off x="22676944" y="3943006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61D45132-9FCE-DE48-8C1F-63D7F64E2C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6944" y="3943006"/>
                <a:ext cx="177933" cy="492443"/>
              </a:xfrm>
              <a:prstGeom prst="rect">
                <a:avLst/>
              </a:prstGeom>
              <a:blipFill>
                <a:blip r:embed="rId86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A3A51F3A-3038-EF4F-A378-837417322F6F}"/>
                  </a:ext>
                </a:extLst>
              </p:cNvPr>
              <p:cNvSpPr txBox="1"/>
              <p:nvPr/>
            </p:nvSpPr>
            <p:spPr>
              <a:xfrm>
                <a:off x="22676944" y="4611577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A3A51F3A-3038-EF4F-A378-837417322F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6944" y="4611577"/>
                <a:ext cx="177933" cy="492443"/>
              </a:xfrm>
              <a:prstGeom prst="rect">
                <a:avLst/>
              </a:prstGeom>
              <a:blipFill>
                <a:blip r:embed="rId87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9" name="文本框 268">
                <a:extLst>
                  <a:ext uri="{FF2B5EF4-FFF2-40B4-BE49-F238E27FC236}">
                    <a16:creationId xmlns:a16="http://schemas.microsoft.com/office/drawing/2014/main" id="{0E87189F-169F-424D-AAA1-4EA0E70F4042}"/>
                  </a:ext>
                </a:extLst>
              </p:cNvPr>
              <p:cNvSpPr txBox="1"/>
              <p:nvPr/>
            </p:nvSpPr>
            <p:spPr>
              <a:xfrm>
                <a:off x="22676944" y="3190675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69" name="文本框 268">
                <a:extLst>
                  <a:ext uri="{FF2B5EF4-FFF2-40B4-BE49-F238E27FC236}">
                    <a16:creationId xmlns:a16="http://schemas.microsoft.com/office/drawing/2014/main" id="{0E87189F-169F-424D-AAA1-4EA0E70F40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6944" y="3190675"/>
                <a:ext cx="177933" cy="492443"/>
              </a:xfrm>
              <a:prstGeom prst="rect">
                <a:avLst/>
              </a:prstGeom>
              <a:blipFill>
                <a:blip r:embed="rId88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8E3F5C76-A418-DA48-93BC-882B702BC5C7}"/>
                  </a:ext>
                </a:extLst>
              </p:cNvPr>
              <p:cNvSpPr txBox="1"/>
              <p:nvPr/>
            </p:nvSpPr>
            <p:spPr>
              <a:xfrm>
                <a:off x="22676944" y="2494184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 xmlns="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8E3F5C76-A418-DA48-93BC-882B702BC5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76944" y="2494184"/>
                <a:ext cx="177933" cy="492443"/>
              </a:xfrm>
              <a:prstGeom prst="rect">
                <a:avLst/>
              </a:prstGeom>
              <a:blipFill>
                <a:blip r:embed="rId86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圆角矩形 7">
            <a:extLst>
              <a:ext uri="{FF2B5EF4-FFF2-40B4-BE49-F238E27FC236}">
                <a16:creationId xmlns:a16="http://schemas.microsoft.com/office/drawing/2014/main" id="{64D1B825-05DB-3B37-FBE9-A68F1CA47982}"/>
              </a:ext>
            </a:extLst>
          </p:cNvPr>
          <p:cNvSpPr/>
          <p:nvPr/>
        </p:nvSpPr>
        <p:spPr>
          <a:xfrm>
            <a:off x="14354716" y="2976011"/>
            <a:ext cx="3614999" cy="126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dirty="0">
              <a:solidFill>
                <a:schemeClr val="tx1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09F21CB1-5FF6-1A6A-413F-1434F6BA49A2}"/>
              </a:ext>
            </a:extLst>
          </p:cNvPr>
          <p:cNvSpPr txBox="1"/>
          <p:nvPr/>
        </p:nvSpPr>
        <p:spPr>
          <a:xfrm>
            <a:off x="14405588" y="3399725"/>
            <a:ext cx="3470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dirty="0">
                <a:latin typeface="Telugu MN" pitchFamily="2" charset="0"/>
                <a:cs typeface="Telugu MN" pitchFamily="2" charset="0"/>
              </a:rPr>
              <a:t>Recommender</a:t>
            </a:r>
            <a:endParaRPr kumimoji="1" lang="zh-CN" altLang="en-US" sz="36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0" name="燕尾形箭头 9">
            <a:extLst>
              <a:ext uri="{FF2B5EF4-FFF2-40B4-BE49-F238E27FC236}">
                <a16:creationId xmlns:a16="http://schemas.microsoft.com/office/drawing/2014/main" id="{2EA6C621-42C8-7151-67F7-BDFF39302984}"/>
              </a:ext>
            </a:extLst>
          </p:cNvPr>
          <p:cNvSpPr>
            <a:spLocks noChangeAspect="1"/>
          </p:cNvSpPr>
          <p:nvPr/>
        </p:nvSpPr>
        <p:spPr>
          <a:xfrm>
            <a:off x="13387125" y="3272539"/>
            <a:ext cx="726073" cy="721439"/>
          </a:xfrm>
          <a:prstGeom prst="notchedRightArrow">
            <a:avLst/>
          </a:prstGeom>
          <a:gradFill flip="none" rotWithShape="1"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0" scaled="1"/>
            <a:tileRect/>
          </a:gradFill>
          <a:ln w="57150">
            <a:gradFill flip="none" rotWithShape="1"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6" name="燕尾形箭头 15">
            <a:extLst>
              <a:ext uri="{FF2B5EF4-FFF2-40B4-BE49-F238E27FC236}">
                <a16:creationId xmlns:a16="http://schemas.microsoft.com/office/drawing/2014/main" id="{E1272AA6-5B29-6CA3-F02A-DFB9B4C2ED5E}"/>
              </a:ext>
            </a:extLst>
          </p:cNvPr>
          <p:cNvSpPr>
            <a:spLocks noChangeAspect="1"/>
          </p:cNvSpPr>
          <p:nvPr/>
        </p:nvSpPr>
        <p:spPr>
          <a:xfrm rot="5400000">
            <a:off x="10709804" y="4284606"/>
            <a:ext cx="552586" cy="721439"/>
          </a:xfrm>
          <a:prstGeom prst="notchedRightArrow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圆角右箭头 16">
            <a:extLst>
              <a:ext uri="{FF2B5EF4-FFF2-40B4-BE49-F238E27FC236}">
                <a16:creationId xmlns:a16="http://schemas.microsoft.com/office/drawing/2014/main" id="{DE01774B-B73D-67C8-955E-E992E0CC2C4D}"/>
              </a:ext>
            </a:extLst>
          </p:cNvPr>
          <p:cNvSpPr/>
          <p:nvPr/>
        </p:nvSpPr>
        <p:spPr>
          <a:xfrm rot="5400000" flipH="1">
            <a:off x="14760389" y="4290519"/>
            <a:ext cx="1729812" cy="2019671"/>
          </a:xfrm>
          <a:prstGeom prst="bentArrow">
            <a:avLst>
              <a:gd name="adj1" fmla="val 18316"/>
              <a:gd name="adj2" fmla="val 28038"/>
              <a:gd name="adj3" fmla="val 25000"/>
              <a:gd name="adj4" fmla="val 43750"/>
            </a:avLst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6200000" scaled="1"/>
          </a:gradFill>
          <a:ln w="57150" cap="rnd">
            <a:gradFill flip="none" rotWithShape="1"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16200000" scaled="1"/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1" name="圆角右箭头 20">
            <a:extLst>
              <a:ext uri="{FF2B5EF4-FFF2-40B4-BE49-F238E27FC236}">
                <a16:creationId xmlns:a16="http://schemas.microsoft.com/office/drawing/2014/main" id="{348593B2-5A68-11C5-7786-B6F9DA68EF49}"/>
              </a:ext>
            </a:extLst>
          </p:cNvPr>
          <p:cNvSpPr/>
          <p:nvPr/>
        </p:nvSpPr>
        <p:spPr>
          <a:xfrm rot="5400000">
            <a:off x="14709510" y="936513"/>
            <a:ext cx="1236779" cy="2614465"/>
          </a:xfrm>
          <a:prstGeom prst="bentArrow">
            <a:avLst>
              <a:gd name="adj1" fmla="val 25000"/>
              <a:gd name="adj2" fmla="val 37747"/>
              <a:gd name="adj3" fmla="val 25000"/>
              <a:gd name="adj4" fmla="val 43750"/>
            </a:avLst>
          </a:prstGeom>
          <a:gradFill flip="none" rotWithShape="1">
            <a:gsLst>
              <a:gs pos="0">
                <a:srgbClr val="C00000">
                  <a:alpha val="15000"/>
                </a:srgb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6200000" scaled="1"/>
            <a:tileRect/>
          </a:gradFill>
          <a:ln w="57150" cap="rnd">
            <a:gradFill flip="none" rotWithShape="1">
              <a:gsLst>
                <a:gs pos="0">
                  <a:srgbClr val="C00000"/>
                </a:gs>
                <a:gs pos="100000">
                  <a:schemeClr val="accent4"/>
                </a:gs>
              </a:gsLst>
              <a:lin ang="16200000" scaled="1"/>
              <a:tileRect/>
            </a:gradFill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96141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A2AAAC-BEC4-BC50-5345-40A55BF85E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E4C9AC2-58FA-B210-DD75-E9981F69898A}"/>
                  </a:ext>
                </a:extLst>
              </p:cNvPr>
              <p:cNvSpPr txBox="1"/>
              <p:nvPr/>
            </p:nvSpPr>
            <p:spPr>
              <a:xfrm>
                <a:off x="19073378" y="4786024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FE4C9AC2-58FA-B210-DD75-E9981F6989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073378" y="4786024"/>
                <a:ext cx="1992533" cy="492443"/>
              </a:xfrm>
              <a:prstGeom prst="rect">
                <a:avLst/>
              </a:prstGeom>
              <a:blipFill>
                <a:blip r:embed="rId3"/>
                <a:stretch>
                  <a:fillRect l="-3797" t="-7500" r="-6962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56E40010-CD81-7AD0-7CA3-752C0882C9DA}"/>
                  </a:ext>
                </a:extLst>
              </p:cNvPr>
              <p:cNvSpPr txBox="1"/>
              <p:nvPr/>
            </p:nvSpPr>
            <p:spPr>
              <a:xfrm>
                <a:off x="19143158" y="2890701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70" name="文本框 169">
                <a:extLst>
                  <a:ext uri="{FF2B5EF4-FFF2-40B4-BE49-F238E27FC236}">
                    <a16:creationId xmlns:a16="http://schemas.microsoft.com/office/drawing/2014/main" id="{56E40010-CD81-7AD0-7CA3-752C0882C9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3158" y="2890701"/>
                <a:ext cx="1992533" cy="492443"/>
              </a:xfrm>
              <a:prstGeom prst="rect">
                <a:avLst/>
              </a:prstGeom>
              <a:blipFill>
                <a:blip r:embed="rId4"/>
                <a:stretch>
                  <a:fillRect l="-4430" t="-7500" r="-6962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A946D653-B46A-1233-1B37-95DCD337BBE9}"/>
                  </a:ext>
                </a:extLst>
              </p:cNvPr>
              <p:cNvSpPr txBox="1"/>
              <p:nvPr/>
            </p:nvSpPr>
            <p:spPr>
              <a:xfrm>
                <a:off x="19143158" y="2223618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171" name="文本框 170">
                <a:extLst>
                  <a:ext uri="{FF2B5EF4-FFF2-40B4-BE49-F238E27FC236}">
                    <a16:creationId xmlns:a16="http://schemas.microsoft.com/office/drawing/2014/main" id="{A946D653-B46A-1233-1B37-95DCD337BB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143158" y="2223618"/>
                <a:ext cx="1992533" cy="492443"/>
              </a:xfrm>
              <a:prstGeom prst="rect">
                <a:avLst/>
              </a:prstGeom>
              <a:blipFill>
                <a:blip r:embed="rId5"/>
                <a:stretch>
                  <a:fillRect l="-4430" t="-10000" r="-6962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34202919-7A01-ADFC-0D9E-9726C66BEA2E}"/>
                  </a:ext>
                </a:extLst>
              </p:cNvPr>
              <p:cNvSpPr txBox="1"/>
              <p:nvPr/>
            </p:nvSpPr>
            <p:spPr>
              <a:xfrm>
                <a:off x="21460207" y="4117687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47" name="文本框 246">
                <a:extLst>
                  <a:ext uri="{FF2B5EF4-FFF2-40B4-BE49-F238E27FC236}">
                    <a16:creationId xmlns:a16="http://schemas.microsoft.com/office/drawing/2014/main" id="{34202919-7A01-ADFC-0D9E-9726C66BEA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0207" y="4117687"/>
                <a:ext cx="1992533" cy="492443"/>
              </a:xfrm>
              <a:prstGeom prst="rect">
                <a:avLst/>
              </a:prstGeom>
              <a:blipFill>
                <a:blip r:embed="rId6"/>
                <a:stretch>
                  <a:fillRect l="-3797" t="-7692" r="-6962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FE08BBD5-419F-B22E-250D-BDB9C96F0893}"/>
                  </a:ext>
                </a:extLst>
              </p:cNvPr>
              <p:cNvSpPr txBox="1"/>
              <p:nvPr/>
            </p:nvSpPr>
            <p:spPr>
              <a:xfrm>
                <a:off x="21460207" y="4812480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48" name="文本框 247">
                <a:extLst>
                  <a:ext uri="{FF2B5EF4-FFF2-40B4-BE49-F238E27FC236}">
                    <a16:creationId xmlns:a16="http://schemas.microsoft.com/office/drawing/2014/main" id="{FE08BBD5-419F-B22E-250D-BDB9C96F0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60207" y="4812480"/>
                <a:ext cx="1992533" cy="492443"/>
              </a:xfrm>
              <a:prstGeom prst="rect">
                <a:avLst/>
              </a:prstGeom>
              <a:blipFill>
                <a:blip r:embed="rId3"/>
                <a:stretch>
                  <a:fillRect l="-3797" t="-7500" r="-6962" b="-37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EC4F821C-CF79-E4C2-7C4E-B70F3B0D9926}"/>
                  </a:ext>
                </a:extLst>
              </p:cNvPr>
              <p:cNvSpPr txBox="1"/>
              <p:nvPr/>
            </p:nvSpPr>
            <p:spPr>
              <a:xfrm>
                <a:off x="21427640" y="2881741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50" name="文本框 249">
                <a:extLst>
                  <a:ext uri="{FF2B5EF4-FFF2-40B4-BE49-F238E27FC236}">
                    <a16:creationId xmlns:a16="http://schemas.microsoft.com/office/drawing/2014/main" id="{EC4F821C-CF79-E4C2-7C4E-B70F3B0D99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7640" y="2881741"/>
                <a:ext cx="1992533" cy="492443"/>
              </a:xfrm>
              <a:prstGeom prst="rect">
                <a:avLst/>
              </a:prstGeom>
              <a:blipFill>
                <a:blip r:embed="rId7"/>
                <a:stretch>
                  <a:fillRect l="-4430" t="-10256" r="-6329" b="-3846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174F5E72-109E-8485-DD71-2F4BC2739A28}"/>
                  </a:ext>
                </a:extLst>
              </p:cNvPr>
              <p:cNvSpPr txBox="1"/>
              <p:nvPr/>
            </p:nvSpPr>
            <p:spPr>
              <a:xfrm>
                <a:off x="21427640" y="2214658"/>
                <a:ext cx="19925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ℱ</m:t>
                      </m:r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              )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51" name="文本框 250">
                <a:extLst>
                  <a:ext uri="{FF2B5EF4-FFF2-40B4-BE49-F238E27FC236}">
                    <a16:creationId xmlns:a16="http://schemas.microsoft.com/office/drawing/2014/main" id="{174F5E72-109E-8485-DD71-2F4BC2739A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427640" y="2214658"/>
                <a:ext cx="1992533" cy="492443"/>
              </a:xfrm>
              <a:prstGeom prst="rect">
                <a:avLst/>
              </a:prstGeom>
              <a:blipFill>
                <a:blip r:embed="rId8"/>
                <a:stretch>
                  <a:fillRect l="-4430" t="-7500" r="-6329" b="-3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圆角矩形 58">
            <a:extLst>
              <a:ext uri="{FF2B5EF4-FFF2-40B4-BE49-F238E27FC236}">
                <a16:creationId xmlns:a16="http://schemas.microsoft.com/office/drawing/2014/main" id="{04A67B91-8666-4E6E-DAD0-0404F06E9DCA}"/>
              </a:ext>
            </a:extLst>
          </p:cNvPr>
          <p:cNvSpPr/>
          <p:nvPr/>
        </p:nvSpPr>
        <p:spPr>
          <a:xfrm>
            <a:off x="8820303" y="2976011"/>
            <a:ext cx="4262411" cy="1260000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 w="762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dirty="0">
              <a:solidFill>
                <a:schemeClr val="tx1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8C96CBB1-3120-8BFF-5D4D-A3714CA81235}"/>
              </a:ext>
            </a:extLst>
          </p:cNvPr>
          <p:cNvSpPr txBox="1"/>
          <p:nvPr/>
        </p:nvSpPr>
        <p:spPr>
          <a:xfrm>
            <a:off x="8946280" y="3399725"/>
            <a:ext cx="403668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dirty="0">
                <a:latin typeface="Telugu MN" pitchFamily="2" charset="0"/>
                <a:cs typeface="Telugu MN" pitchFamily="2" charset="0"/>
              </a:rPr>
              <a:t>Negative Sampler</a:t>
            </a:r>
            <a:endParaRPr kumimoji="1" lang="zh-CN" altLang="en-US" sz="36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50" name="燕尾形箭头 149">
            <a:extLst>
              <a:ext uri="{FF2B5EF4-FFF2-40B4-BE49-F238E27FC236}">
                <a16:creationId xmlns:a16="http://schemas.microsoft.com/office/drawing/2014/main" id="{621C286B-22F8-7C0B-3EA4-BF411969B56A}"/>
              </a:ext>
            </a:extLst>
          </p:cNvPr>
          <p:cNvSpPr>
            <a:spLocks noChangeAspect="1"/>
          </p:cNvSpPr>
          <p:nvPr/>
        </p:nvSpPr>
        <p:spPr>
          <a:xfrm>
            <a:off x="5876103" y="3267161"/>
            <a:ext cx="2168575" cy="721439"/>
          </a:xfrm>
          <a:prstGeom prst="notchedRightArrow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2" name="燕尾形箭头 151">
            <a:extLst>
              <a:ext uri="{FF2B5EF4-FFF2-40B4-BE49-F238E27FC236}">
                <a16:creationId xmlns:a16="http://schemas.microsoft.com/office/drawing/2014/main" id="{4311E0EC-9013-5EBA-B795-1E616DAF33B9}"/>
              </a:ext>
            </a:extLst>
          </p:cNvPr>
          <p:cNvSpPr>
            <a:spLocks noChangeAspect="1"/>
          </p:cNvSpPr>
          <p:nvPr/>
        </p:nvSpPr>
        <p:spPr>
          <a:xfrm rot="20099042">
            <a:off x="5892072" y="1734008"/>
            <a:ext cx="2049184" cy="721439"/>
          </a:xfrm>
          <a:prstGeom prst="notchedRightArrow">
            <a:avLst/>
          </a:prstGeom>
          <a:solidFill>
            <a:srgbClr val="C00000">
              <a:alpha val="30196"/>
            </a:srgbClr>
          </a:solidFill>
          <a:ln w="5715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58" name="圆角矩形 157">
            <a:extLst>
              <a:ext uri="{FF2B5EF4-FFF2-40B4-BE49-F238E27FC236}">
                <a16:creationId xmlns:a16="http://schemas.microsoft.com/office/drawing/2014/main" id="{901C8EDF-0DB0-26DE-5BAF-8D1523767021}"/>
              </a:ext>
            </a:extLst>
          </p:cNvPr>
          <p:cNvSpPr/>
          <p:nvPr/>
        </p:nvSpPr>
        <p:spPr>
          <a:xfrm>
            <a:off x="8305176" y="501007"/>
            <a:ext cx="5367254" cy="210059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rgbClr val="9B1313"/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72" name="图片 171">
            <a:extLst>
              <a:ext uri="{FF2B5EF4-FFF2-40B4-BE49-F238E27FC236}">
                <a16:creationId xmlns:a16="http://schemas.microsoft.com/office/drawing/2014/main" id="{9B6BEAF4-67B7-C0E7-2FC6-9FFBB657695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52503" r="60164"/>
          <a:stretch/>
        </p:blipFill>
        <p:spPr>
          <a:xfrm>
            <a:off x="8464061" y="1253834"/>
            <a:ext cx="470848" cy="576000"/>
          </a:xfrm>
          <a:prstGeom prst="rect">
            <a:avLst/>
          </a:prstGeom>
        </p:spPr>
      </p:pic>
      <p:pic>
        <p:nvPicPr>
          <p:cNvPr id="173" name="Picture 34">
            <a:extLst>
              <a:ext uri="{FF2B5EF4-FFF2-40B4-BE49-F238E27FC236}">
                <a16:creationId xmlns:a16="http://schemas.microsoft.com/office/drawing/2014/main" id="{A3D4813B-DFC5-27B5-22B0-878D83B0F7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704420" y="581211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4" name="Picture 4">
            <a:extLst>
              <a:ext uri="{FF2B5EF4-FFF2-40B4-BE49-F238E27FC236}">
                <a16:creationId xmlns:a16="http://schemas.microsoft.com/office/drawing/2014/main" id="{1F052999-E885-DF8E-8B5B-6FF563D517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84600" y="1881457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5" name="图形 174" descr="保暖帽">
            <a:extLst>
              <a:ext uri="{FF2B5EF4-FFF2-40B4-BE49-F238E27FC236}">
                <a16:creationId xmlns:a16="http://schemas.microsoft.com/office/drawing/2014/main" id="{4A6A30C8-AC63-F026-9CD2-5B85B05AD35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686834" y="1271834"/>
            <a:ext cx="539583" cy="540000"/>
          </a:xfrm>
          <a:prstGeom prst="rect">
            <a:avLst/>
          </a:prstGeom>
        </p:spPr>
      </p:pic>
      <p:pic>
        <p:nvPicPr>
          <p:cNvPr id="176" name="图形 175">
            <a:extLst>
              <a:ext uri="{FF2B5EF4-FFF2-40B4-BE49-F238E27FC236}">
                <a16:creationId xmlns:a16="http://schemas.microsoft.com/office/drawing/2014/main" id="{07BF2A69-DE68-BB19-E975-7C41EBC6A67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/>
          <a:stretch/>
        </p:blipFill>
        <p:spPr>
          <a:xfrm>
            <a:off x="10284792" y="1272058"/>
            <a:ext cx="539583" cy="539583"/>
          </a:xfrm>
          <a:prstGeom prst="rect">
            <a:avLst/>
          </a:prstGeom>
        </p:spPr>
      </p:pic>
      <p:pic>
        <p:nvPicPr>
          <p:cNvPr id="177" name="图形 176" descr="眼镜">
            <a:extLst>
              <a:ext uri="{FF2B5EF4-FFF2-40B4-BE49-F238E27FC236}">
                <a16:creationId xmlns:a16="http://schemas.microsoft.com/office/drawing/2014/main" id="{F80F7BD4-7021-06D7-53AF-8F56A05BD8E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088876" y="1271834"/>
            <a:ext cx="539583" cy="540000"/>
          </a:xfrm>
          <a:prstGeom prst="rect">
            <a:avLst/>
          </a:prstGeom>
        </p:spPr>
      </p:pic>
      <p:pic>
        <p:nvPicPr>
          <p:cNvPr id="178" name="图形 177" descr="眼镜">
            <a:extLst>
              <a:ext uri="{FF2B5EF4-FFF2-40B4-BE49-F238E27FC236}">
                <a16:creationId xmlns:a16="http://schemas.microsoft.com/office/drawing/2014/main" id="{3635845D-9D79-21C5-AAFB-C437693A88C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2375879" y="599211"/>
            <a:ext cx="539583" cy="540000"/>
          </a:xfrm>
          <a:prstGeom prst="rect">
            <a:avLst/>
          </a:prstGeom>
        </p:spPr>
      </p:pic>
      <p:pic>
        <p:nvPicPr>
          <p:cNvPr id="179" name="图形 178">
            <a:extLst>
              <a:ext uri="{FF2B5EF4-FFF2-40B4-BE49-F238E27FC236}">
                <a16:creationId xmlns:a16="http://schemas.microsoft.com/office/drawing/2014/main" id="{9584DF6E-282C-500C-034E-8392444FD0E7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12375879" y="1989681"/>
            <a:ext cx="539583" cy="539583"/>
          </a:xfrm>
          <a:prstGeom prst="rect">
            <a:avLst/>
          </a:prstGeom>
        </p:spPr>
      </p:pic>
      <p:sp>
        <p:nvSpPr>
          <p:cNvPr id="180" name="文本框 179">
            <a:extLst>
              <a:ext uri="{FF2B5EF4-FFF2-40B4-BE49-F238E27FC236}">
                <a16:creationId xmlns:a16="http://schemas.microsoft.com/office/drawing/2014/main" id="{97C3D6D7-8F26-C73B-CF4E-91BA156BB6E0}"/>
              </a:ext>
            </a:extLst>
          </p:cNvPr>
          <p:cNvSpPr txBox="1"/>
          <p:nvPr/>
        </p:nvSpPr>
        <p:spPr>
          <a:xfrm>
            <a:off x="10882752" y="128022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81" name="文本框 180">
            <a:extLst>
              <a:ext uri="{FF2B5EF4-FFF2-40B4-BE49-F238E27FC236}">
                <a16:creationId xmlns:a16="http://schemas.microsoft.com/office/drawing/2014/main" id="{31CE47D4-8860-3ACE-6D26-593F391871B1}"/>
              </a:ext>
            </a:extLst>
          </p:cNvPr>
          <p:cNvSpPr txBox="1"/>
          <p:nvPr/>
        </p:nvSpPr>
        <p:spPr>
          <a:xfrm>
            <a:off x="12969681" y="60760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82" name="文本框 181">
            <a:extLst>
              <a:ext uri="{FF2B5EF4-FFF2-40B4-BE49-F238E27FC236}">
                <a16:creationId xmlns:a16="http://schemas.microsoft.com/office/drawing/2014/main" id="{9779F55F-42CB-4D60-1EA2-DB516DED369F}"/>
              </a:ext>
            </a:extLst>
          </p:cNvPr>
          <p:cNvSpPr txBox="1"/>
          <p:nvPr/>
        </p:nvSpPr>
        <p:spPr>
          <a:xfrm>
            <a:off x="12969681" y="199784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183" name="图片 182">
            <a:extLst>
              <a:ext uri="{FF2B5EF4-FFF2-40B4-BE49-F238E27FC236}">
                <a16:creationId xmlns:a16="http://schemas.microsoft.com/office/drawing/2014/main" id="{7D65B556-337B-DEF0-EC83-BF641EC2ABE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984" r="58083" b="52922"/>
          <a:stretch/>
        </p:blipFill>
        <p:spPr>
          <a:xfrm>
            <a:off x="8438565" y="581211"/>
            <a:ext cx="521840" cy="576000"/>
          </a:xfrm>
          <a:prstGeom prst="rect">
            <a:avLst/>
          </a:prstGeom>
        </p:spPr>
      </p:pic>
      <p:pic>
        <p:nvPicPr>
          <p:cNvPr id="184" name="图片 183">
            <a:extLst>
              <a:ext uri="{FF2B5EF4-FFF2-40B4-BE49-F238E27FC236}">
                <a16:creationId xmlns:a16="http://schemas.microsoft.com/office/drawing/2014/main" id="{3FB68FE0-1709-D840-27BA-6B61C82CDE3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8083" b="52503"/>
          <a:stretch/>
        </p:blipFill>
        <p:spPr>
          <a:xfrm>
            <a:off x="8451765" y="1971457"/>
            <a:ext cx="495440" cy="576000"/>
          </a:xfrm>
          <a:prstGeom prst="rect">
            <a:avLst/>
          </a:prstGeom>
        </p:spPr>
      </p:pic>
      <p:pic>
        <p:nvPicPr>
          <p:cNvPr id="185" name="图片 184">
            <a:extLst>
              <a:ext uri="{FF2B5EF4-FFF2-40B4-BE49-F238E27FC236}">
                <a16:creationId xmlns:a16="http://schemas.microsoft.com/office/drawing/2014/main" id="{831D7A0A-699D-13AA-917D-171F438189A5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7202" t="52503"/>
          <a:stretch/>
        </p:blipFill>
        <p:spPr>
          <a:xfrm>
            <a:off x="11739492" y="1253834"/>
            <a:ext cx="505856" cy="576000"/>
          </a:xfrm>
          <a:prstGeom prst="rect">
            <a:avLst/>
          </a:prstGeom>
        </p:spPr>
      </p:pic>
      <p:pic>
        <p:nvPicPr>
          <p:cNvPr id="186" name="图形 185" descr="照相机">
            <a:extLst>
              <a:ext uri="{FF2B5EF4-FFF2-40B4-BE49-F238E27FC236}">
                <a16:creationId xmlns:a16="http://schemas.microsoft.com/office/drawing/2014/main" id="{BDCC99F2-9D23-48EE-E0CC-5040AB11FD7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9088876" y="599211"/>
            <a:ext cx="539583" cy="540000"/>
          </a:xfrm>
          <a:prstGeom prst="rect">
            <a:avLst/>
          </a:prstGeom>
        </p:spPr>
      </p:pic>
      <p:pic>
        <p:nvPicPr>
          <p:cNvPr id="187" name="图形 186">
            <a:extLst>
              <a:ext uri="{FF2B5EF4-FFF2-40B4-BE49-F238E27FC236}">
                <a16:creationId xmlns:a16="http://schemas.microsoft.com/office/drawing/2014/main" id="{E2F6D90A-4344-8B4E-09C6-CA506FE5A499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rcRect/>
          <a:stretch/>
        </p:blipFill>
        <p:spPr>
          <a:xfrm>
            <a:off x="9098439" y="1989681"/>
            <a:ext cx="539583" cy="539583"/>
          </a:xfrm>
          <a:prstGeom prst="rect">
            <a:avLst/>
          </a:prstGeom>
        </p:spPr>
      </p:pic>
      <p:pic>
        <p:nvPicPr>
          <p:cNvPr id="55" name="图片 54">
            <a:extLst>
              <a:ext uri="{FF2B5EF4-FFF2-40B4-BE49-F238E27FC236}">
                <a16:creationId xmlns:a16="http://schemas.microsoft.com/office/drawing/2014/main" id="{DDF7D071-2841-9D67-BFAD-2ED7F5D229B5}"/>
              </a:ext>
            </a:extLst>
          </p:cNvPr>
          <p:cNvPicPr>
            <a:picLocks noChangeAspect="1"/>
          </p:cNvPicPr>
          <p:nvPr/>
        </p:nvPicPr>
        <p:blipFill>
          <a:blip r:embed="rId22">
            <a:grayscl/>
          </a:blip>
          <a:stretch>
            <a:fillRect/>
          </a:stretch>
        </p:blipFill>
        <p:spPr>
          <a:xfrm>
            <a:off x="831816" y="1645975"/>
            <a:ext cx="349227" cy="34922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6B3EA3CA-5275-AF06-2720-09D44D2B7EF0}"/>
              </a:ext>
            </a:extLst>
          </p:cNvPr>
          <p:cNvSpPr/>
          <p:nvPr/>
        </p:nvSpPr>
        <p:spPr>
          <a:xfrm>
            <a:off x="712516" y="1528366"/>
            <a:ext cx="587828" cy="587828"/>
          </a:xfrm>
          <a:prstGeom prst="rect">
            <a:avLst/>
          </a:prstGeom>
          <a:noFill/>
          <a:ln w="38100">
            <a:solidFill>
              <a:srgbClr val="C1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9F73539-2F2C-9049-6225-6DCB7F15750F}"/>
              </a:ext>
            </a:extLst>
          </p:cNvPr>
          <p:cNvSpPr/>
          <p:nvPr/>
        </p:nvSpPr>
        <p:spPr>
          <a:xfrm>
            <a:off x="1381532" y="152836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7787837-C01A-672F-CBB6-CEF96BF067EA}"/>
              </a:ext>
            </a:extLst>
          </p:cNvPr>
          <p:cNvSpPr/>
          <p:nvPr/>
        </p:nvSpPr>
        <p:spPr>
          <a:xfrm>
            <a:off x="2050548" y="152836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67D15979-C0D3-757F-49D1-CC931AD3C0E5}"/>
              </a:ext>
            </a:extLst>
          </p:cNvPr>
          <p:cNvSpPr/>
          <p:nvPr/>
        </p:nvSpPr>
        <p:spPr>
          <a:xfrm>
            <a:off x="712516" y="219609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CFBBE0CF-0321-6AF6-4A4B-C5C4E5CD2A87}"/>
              </a:ext>
            </a:extLst>
          </p:cNvPr>
          <p:cNvSpPr/>
          <p:nvPr/>
        </p:nvSpPr>
        <p:spPr>
          <a:xfrm>
            <a:off x="1381532" y="2196096"/>
            <a:ext cx="587828" cy="587828"/>
          </a:xfrm>
          <a:prstGeom prst="rect">
            <a:avLst/>
          </a:prstGeom>
          <a:noFill/>
          <a:ln w="38100">
            <a:solidFill>
              <a:srgbClr val="C1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D214CD2-BADD-A556-463F-65D4560FD65E}"/>
              </a:ext>
            </a:extLst>
          </p:cNvPr>
          <p:cNvSpPr/>
          <p:nvPr/>
        </p:nvSpPr>
        <p:spPr>
          <a:xfrm>
            <a:off x="2050548" y="2196096"/>
            <a:ext cx="587828" cy="587828"/>
          </a:xfrm>
          <a:prstGeom prst="rect">
            <a:avLst/>
          </a:prstGeom>
          <a:noFill/>
          <a:ln w="38100">
            <a:solidFill>
              <a:srgbClr val="C1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58F5147C-489D-BDD8-6D88-F966A88A5336}"/>
              </a:ext>
            </a:extLst>
          </p:cNvPr>
          <p:cNvSpPr/>
          <p:nvPr/>
        </p:nvSpPr>
        <p:spPr>
          <a:xfrm>
            <a:off x="712516" y="286382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4A3B569F-E26D-9E28-3F36-93128C20BE7C}"/>
              </a:ext>
            </a:extLst>
          </p:cNvPr>
          <p:cNvSpPr/>
          <p:nvPr/>
        </p:nvSpPr>
        <p:spPr>
          <a:xfrm>
            <a:off x="1381532" y="286382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487DB212-C68E-EBD3-197A-A1CEF375843A}"/>
              </a:ext>
            </a:extLst>
          </p:cNvPr>
          <p:cNvSpPr/>
          <p:nvPr/>
        </p:nvSpPr>
        <p:spPr>
          <a:xfrm>
            <a:off x="2050548" y="286382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8219DFD3-3755-FA9A-3205-51BF25B191A4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984" r="58083" b="52922"/>
          <a:stretch/>
        </p:blipFill>
        <p:spPr>
          <a:xfrm>
            <a:off x="82399" y="1532589"/>
            <a:ext cx="521840" cy="5760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D781D873-8BCB-C7B1-B4B5-ED4FDB748300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8083" b="52503"/>
          <a:stretch/>
        </p:blipFill>
        <p:spPr>
          <a:xfrm>
            <a:off x="82399" y="2873963"/>
            <a:ext cx="495440" cy="5760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2B8F6FE8-239D-BCB4-CC99-87F1E8F8419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52503" r="60164"/>
          <a:stretch/>
        </p:blipFill>
        <p:spPr>
          <a:xfrm>
            <a:off x="107895" y="2200319"/>
            <a:ext cx="470848" cy="576000"/>
          </a:xfrm>
          <a:prstGeom prst="rect">
            <a:avLst/>
          </a:prstGeom>
        </p:spPr>
      </p:pic>
      <p:pic>
        <p:nvPicPr>
          <p:cNvPr id="47" name="图形 46" descr="照相机">
            <a:extLst>
              <a:ext uri="{FF2B5EF4-FFF2-40B4-BE49-F238E27FC236}">
                <a16:creationId xmlns:a16="http://schemas.microsoft.com/office/drawing/2014/main" id="{1594C50D-20B8-E12B-3C3C-7AF1BA22F2CB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38786" y="946064"/>
            <a:ext cx="539583" cy="540000"/>
          </a:xfrm>
          <a:prstGeom prst="rect">
            <a:avLst/>
          </a:prstGeom>
        </p:spPr>
      </p:pic>
      <p:pic>
        <p:nvPicPr>
          <p:cNvPr id="49" name="图形 48" descr="保暖帽">
            <a:extLst>
              <a:ext uri="{FF2B5EF4-FFF2-40B4-BE49-F238E27FC236}">
                <a16:creationId xmlns:a16="http://schemas.microsoft.com/office/drawing/2014/main" id="{54EDD0E8-3C6A-8436-0A1D-15D0519B3827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2080726" y="946064"/>
            <a:ext cx="539583" cy="540000"/>
          </a:xfrm>
          <a:prstGeom prst="rect">
            <a:avLst/>
          </a:prstGeom>
        </p:spPr>
      </p:pic>
      <p:pic>
        <p:nvPicPr>
          <p:cNvPr id="52" name="图形 51">
            <a:extLst>
              <a:ext uri="{FF2B5EF4-FFF2-40B4-BE49-F238E27FC236}">
                <a16:creationId xmlns:a16="http://schemas.microsoft.com/office/drawing/2014/main" id="{9620B562-FA68-03E8-5F1B-424223428CAD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96DAC541-7B7A-43D3-8B79-37D633B846F1}">
                <asvg:svgBlip xmlns:asvg="http://schemas.microsoft.com/office/drawing/2016/SVG/main" r:embed="rId28"/>
              </a:ext>
            </a:extLst>
          </a:blip>
          <a:srcRect/>
          <a:stretch/>
        </p:blipFill>
        <p:spPr>
          <a:xfrm>
            <a:off x="4189968" y="946272"/>
            <a:ext cx="539583" cy="539583"/>
          </a:xfrm>
          <a:prstGeom prst="rect">
            <a:avLst/>
          </a:prstGeom>
        </p:spPr>
      </p:pic>
      <p:pic>
        <p:nvPicPr>
          <p:cNvPr id="53" name="图形 52" descr="眼镜">
            <a:extLst>
              <a:ext uri="{FF2B5EF4-FFF2-40B4-BE49-F238E27FC236}">
                <a16:creationId xmlns:a16="http://schemas.microsoft.com/office/drawing/2014/main" id="{FBF73A12-580C-A974-FA41-F350FF4376E2}"/>
              </a:ext>
            </a:extLst>
          </p:cNvPr>
          <p:cNvPicPr>
            <a:picLocks noChangeAspect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1403569" y="946064"/>
            <a:ext cx="539583" cy="540000"/>
          </a:xfrm>
          <a:prstGeom prst="rect">
            <a:avLst/>
          </a:prstGeom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6C9CBFC8-3FBB-6D4B-18DD-8FEC12B395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14" y="3520809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8" name="矩形 77">
            <a:extLst>
              <a:ext uri="{FF2B5EF4-FFF2-40B4-BE49-F238E27FC236}">
                <a16:creationId xmlns:a16="http://schemas.microsoft.com/office/drawing/2014/main" id="{C2804FE6-AD0E-A0EA-8507-A2E73D45420B}"/>
              </a:ext>
            </a:extLst>
          </p:cNvPr>
          <p:cNvSpPr/>
          <p:nvPr/>
        </p:nvSpPr>
        <p:spPr>
          <a:xfrm>
            <a:off x="712516" y="353287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9" name="矩形 78">
            <a:extLst>
              <a:ext uri="{FF2B5EF4-FFF2-40B4-BE49-F238E27FC236}">
                <a16:creationId xmlns:a16="http://schemas.microsoft.com/office/drawing/2014/main" id="{3EFC39C9-45F7-BE2A-2EDE-B8955651B70A}"/>
              </a:ext>
            </a:extLst>
          </p:cNvPr>
          <p:cNvSpPr/>
          <p:nvPr/>
        </p:nvSpPr>
        <p:spPr>
          <a:xfrm>
            <a:off x="1381532" y="3532876"/>
            <a:ext cx="587828" cy="587828"/>
          </a:xfrm>
          <a:prstGeom prst="rect">
            <a:avLst/>
          </a:prstGeom>
          <a:noFill/>
          <a:ln w="38100">
            <a:solidFill>
              <a:srgbClr val="C1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0" name="矩形 79">
            <a:extLst>
              <a:ext uri="{FF2B5EF4-FFF2-40B4-BE49-F238E27FC236}">
                <a16:creationId xmlns:a16="http://schemas.microsoft.com/office/drawing/2014/main" id="{38A0F889-BB5A-12C0-3E0C-333A52B417FF}"/>
              </a:ext>
            </a:extLst>
          </p:cNvPr>
          <p:cNvSpPr/>
          <p:nvPr/>
        </p:nvSpPr>
        <p:spPr>
          <a:xfrm>
            <a:off x="2050548" y="353287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7" name="图形 86" descr="剪刀">
            <a:extLst>
              <a:ext uri="{FF2B5EF4-FFF2-40B4-BE49-F238E27FC236}">
                <a16:creationId xmlns:a16="http://schemas.microsoft.com/office/drawing/2014/main" id="{FE17107B-C99D-02AF-C937-1BBEF2B14DFD}"/>
              </a:ext>
            </a:extLst>
          </p:cNvPr>
          <p:cNvPicPr>
            <a:picLocks noChangeAspect="1"/>
          </p:cNvPicPr>
          <p:nvPr/>
        </p:nvPicPr>
        <p:blipFill>
          <a:blip r:embed="rId3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2"/>
              </a:ext>
            </a:extLst>
          </a:blip>
          <a:stretch>
            <a:fillRect/>
          </a:stretch>
        </p:blipFill>
        <p:spPr>
          <a:xfrm>
            <a:off x="4854751" y="946064"/>
            <a:ext cx="539583" cy="540000"/>
          </a:xfrm>
          <a:prstGeom prst="rect">
            <a:avLst/>
          </a:prstGeom>
        </p:spPr>
      </p:pic>
      <p:sp>
        <p:nvSpPr>
          <p:cNvPr id="90" name="矩形 89">
            <a:extLst>
              <a:ext uri="{FF2B5EF4-FFF2-40B4-BE49-F238E27FC236}">
                <a16:creationId xmlns:a16="http://schemas.microsoft.com/office/drawing/2014/main" id="{24C67BED-6B5E-46C9-B329-6527156BB03D}"/>
              </a:ext>
            </a:extLst>
          </p:cNvPr>
          <p:cNvSpPr/>
          <p:nvPr/>
        </p:nvSpPr>
        <p:spPr>
          <a:xfrm>
            <a:off x="2719563" y="152836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1" name="矩形 90">
            <a:extLst>
              <a:ext uri="{FF2B5EF4-FFF2-40B4-BE49-F238E27FC236}">
                <a16:creationId xmlns:a16="http://schemas.microsoft.com/office/drawing/2014/main" id="{43480448-81BF-98AC-ED9B-E65A67D152A8}"/>
              </a:ext>
            </a:extLst>
          </p:cNvPr>
          <p:cNvSpPr/>
          <p:nvPr/>
        </p:nvSpPr>
        <p:spPr>
          <a:xfrm>
            <a:off x="2719563" y="219609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C6D05383-928F-1F7A-B997-5C35DA330B2F}"/>
              </a:ext>
            </a:extLst>
          </p:cNvPr>
          <p:cNvSpPr/>
          <p:nvPr/>
        </p:nvSpPr>
        <p:spPr>
          <a:xfrm>
            <a:off x="2719563" y="2863826"/>
            <a:ext cx="587828" cy="587828"/>
          </a:xfrm>
          <a:prstGeom prst="rect">
            <a:avLst/>
          </a:prstGeom>
          <a:noFill/>
          <a:ln w="38100">
            <a:solidFill>
              <a:srgbClr val="C1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94" name="图形 93">
            <a:extLst>
              <a:ext uri="{FF2B5EF4-FFF2-40B4-BE49-F238E27FC236}">
                <a16:creationId xmlns:a16="http://schemas.microsoft.com/office/drawing/2014/main" id="{6BAD0B4D-7A88-94EC-B756-FCF398555F2B}"/>
              </a:ext>
            </a:extLst>
          </p:cNvPr>
          <p:cNvPicPr>
            <a:picLocks noChangeAspect="1"/>
          </p:cNvPicPr>
          <p:nvPr/>
        </p:nvPicPr>
        <p:blipFill>
          <a:blip r:embed="rId33"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rcRect/>
          <a:stretch/>
        </p:blipFill>
        <p:spPr>
          <a:xfrm>
            <a:off x="2743685" y="946272"/>
            <a:ext cx="539583" cy="539583"/>
          </a:xfrm>
          <a:prstGeom prst="rect">
            <a:avLst/>
          </a:prstGeom>
        </p:spPr>
      </p:pic>
      <p:sp>
        <p:nvSpPr>
          <p:cNvPr id="96" name="矩形 95">
            <a:extLst>
              <a:ext uri="{FF2B5EF4-FFF2-40B4-BE49-F238E27FC236}">
                <a16:creationId xmlns:a16="http://schemas.microsoft.com/office/drawing/2014/main" id="{57596D27-2F8B-4C17-401A-F70E41A8AA13}"/>
              </a:ext>
            </a:extLst>
          </p:cNvPr>
          <p:cNvSpPr/>
          <p:nvPr/>
        </p:nvSpPr>
        <p:spPr>
          <a:xfrm>
            <a:off x="2719563" y="3532876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8" name="矩形 97">
            <a:extLst>
              <a:ext uri="{FF2B5EF4-FFF2-40B4-BE49-F238E27FC236}">
                <a16:creationId xmlns:a16="http://schemas.microsoft.com/office/drawing/2014/main" id="{C29BA093-54BD-A7FC-421E-C4158A456C51}"/>
              </a:ext>
            </a:extLst>
          </p:cNvPr>
          <p:cNvSpPr/>
          <p:nvPr/>
        </p:nvSpPr>
        <p:spPr>
          <a:xfrm>
            <a:off x="4161299" y="1526675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9" name="矩形 98">
            <a:extLst>
              <a:ext uri="{FF2B5EF4-FFF2-40B4-BE49-F238E27FC236}">
                <a16:creationId xmlns:a16="http://schemas.microsoft.com/office/drawing/2014/main" id="{D1735200-32F2-7C5D-243C-A50801E15849}"/>
              </a:ext>
            </a:extLst>
          </p:cNvPr>
          <p:cNvSpPr/>
          <p:nvPr/>
        </p:nvSpPr>
        <p:spPr>
          <a:xfrm>
            <a:off x="4161299" y="2194405"/>
            <a:ext cx="587828" cy="587828"/>
          </a:xfrm>
          <a:prstGeom prst="rect">
            <a:avLst/>
          </a:prstGeom>
          <a:noFill/>
          <a:ln w="38100">
            <a:solidFill>
              <a:srgbClr val="C1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B638A545-B90D-1065-5648-334F12B3631D}"/>
              </a:ext>
            </a:extLst>
          </p:cNvPr>
          <p:cNvSpPr/>
          <p:nvPr/>
        </p:nvSpPr>
        <p:spPr>
          <a:xfrm>
            <a:off x="4161299" y="2862135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3" name="矩形 102">
            <a:extLst>
              <a:ext uri="{FF2B5EF4-FFF2-40B4-BE49-F238E27FC236}">
                <a16:creationId xmlns:a16="http://schemas.microsoft.com/office/drawing/2014/main" id="{DBC84C82-01EC-7655-517D-D7849D07D4E3}"/>
              </a:ext>
            </a:extLst>
          </p:cNvPr>
          <p:cNvSpPr/>
          <p:nvPr/>
        </p:nvSpPr>
        <p:spPr>
          <a:xfrm>
            <a:off x="4161299" y="3531185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4" name="矩形 103">
            <a:extLst>
              <a:ext uri="{FF2B5EF4-FFF2-40B4-BE49-F238E27FC236}">
                <a16:creationId xmlns:a16="http://schemas.microsoft.com/office/drawing/2014/main" id="{7845AC0B-7E2C-8F04-784A-B82AD3F60954}"/>
              </a:ext>
            </a:extLst>
          </p:cNvPr>
          <p:cNvSpPr/>
          <p:nvPr/>
        </p:nvSpPr>
        <p:spPr>
          <a:xfrm>
            <a:off x="4830629" y="1526675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5" name="矩形 104">
            <a:extLst>
              <a:ext uri="{FF2B5EF4-FFF2-40B4-BE49-F238E27FC236}">
                <a16:creationId xmlns:a16="http://schemas.microsoft.com/office/drawing/2014/main" id="{FF450C82-4D90-24E5-CC3C-48229893A903}"/>
              </a:ext>
            </a:extLst>
          </p:cNvPr>
          <p:cNvSpPr/>
          <p:nvPr/>
        </p:nvSpPr>
        <p:spPr>
          <a:xfrm>
            <a:off x="4830629" y="2194405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6" name="矩形 105">
            <a:extLst>
              <a:ext uri="{FF2B5EF4-FFF2-40B4-BE49-F238E27FC236}">
                <a16:creationId xmlns:a16="http://schemas.microsoft.com/office/drawing/2014/main" id="{09E398E9-73A5-3167-EF0C-9FC9B6126DFD}"/>
              </a:ext>
            </a:extLst>
          </p:cNvPr>
          <p:cNvSpPr/>
          <p:nvPr/>
        </p:nvSpPr>
        <p:spPr>
          <a:xfrm>
            <a:off x="4830629" y="2862135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09" name="矩形 108">
            <a:extLst>
              <a:ext uri="{FF2B5EF4-FFF2-40B4-BE49-F238E27FC236}">
                <a16:creationId xmlns:a16="http://schemas.microsoft.com/office/drawing/2014/main" id="{DFE7FFF3-C665-7DD9-F30A-EFF87E7CBC8C}"/>
              </a:ext>
            </a:extLst>
          </p:cNvPr>
          <p:cNvSpPr/>
          <p:nvPr/>
        </p:nvSpPr>
        <p:spPr>
          <a:xfrm>
            <a:off x="4830629" y="3531185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0" name="矩形 109">
            <a:extLst>
              <a:ext uri="{FF2B5EF4-FFF2-40B4-BE49-F238E27FC236}">
                <a16:creationId xmlns:a16="http://schemas.microsoft.com/office/drawing/2014/main" id="{F9BB2708-BF48-FFD4-7612-F5896AF725EB}"/>
              </a:ext>
            </a:extLst>
          </p:cNvPr>
          <p:cNvSpPr/>
          <p:nvPr/>
        </p:nvSpPr>
        <p:spPr>
          <a:xfrm>
            <a:off x="712516" y="4957718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351176D1-31CA-E697-4EB8-B57E997504BC}"/>
              </a:ext>
            </a:extLst>
          </p:cNvPr>
          <p:cNvSpPr/>
          <p:nvPr/>
        </p:nvSpPr>
        <p:spPr>
          <a:xfrm>
            <a:off x="1381532" y="4957718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DB13F14F-2A74-8771-BC57-9EAEC8A17B5A}"/>
              </a:ext>
            </a:extLst>
          </p:cNvPr>
          <p:cNvSpPr/>
          <p:nvPr/>
        </p:nvSpPr>
        <p:spPr>
          <a:xfrm>
            <a:off x="2050548" y="4957718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3" name="图片 112">
            <a:extLst>
              <a:ext uri="{FF2B5EF4-FFF2-40B4-BE49-F238E27FC236}">
                <a16:creationId xmlns:a16="http://schemas.microsoft.com/office/drawing/2014/main" id="{BE6FDE12-EEE3-C9B2-1D42-426811EA65C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7202" t="52503"/>
          <a:stretch/>
        </p:blipFill>
        <p:spPr>
          <a:xfrm>
            <a:off x="90086" y="4956027"/>
            <a:ext cx="505856" cy="576000"/>
          </a:xfrm>
          <a:prstGeom prst="rect">
            <a:avLst/>
          </a:prstGeom>
        </p:spPr>
      </p:pic>
      <p:sp>
        <p:nvSpPr>
          <p:cNvPr id="114" name="矩形 113">
            <a:extLst>
              <a:ext uri="{FF2B5EF4-FFF2-40B4-BE49-F238E27FC236}">
                <a16:creationId xmlns:a16="http://schemas.microsoft.com/office/drawing/2014/main" id="{8AFCE40C-9022-5392-47D0-EEC8A08199FF}"/>
              </a:ext>
            </a:extLst>
          </p:cNvPr>
          <p:cNvSpPr/>
          <p:nvPr/>
        </p:nvSpPr>
        <p:spPr>
          <a:xfrm>
            <a:off x="712516" y="5625448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5" name="矩形 114">
            <a:extLst>
              <a:ext uri="{FF2B5EF4-FFF2-40B4-BE49-F238E27FC236}">
                <a16:creationId xmlns:a16="http://schemas.microsoft.com/office/drawing/2014/main" id="{63BFBFA2-47F6-51A5-E5AF-5959CABB44C1}"/>
              </a:ext>
            </a:extLst>
          </p:cNvPr>
          <p:cNvSpPr/>
          <p:nvPr/>
        </p:nvSpPr>
        <p:spPr>
          <a:xfrm>
            <a:off x="1381532" y="5625448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6" name="矩形 115">
            <a:extLst>
              <a:ext uri="{FF2B5EF4-FFF2-40B4-BE49-F238E27FC236}">
                <a16:creationId xmlns:a16="http://schemas.microsoft.com/office/drawing/2014/main" id="{82B5E8E8-CB9A-7471-47AD-FF4216D49817}"/>
              </a:ext>
            </a:extLst>
          </p:cNvPr>
          <p:cNvSpPr/>
          <p:nvPr/>
        </p:nvSpPr>
        <p:spPr>
          <a:xfrm>
            <a:off x="2050548" y="5625448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7" name="矩形 116">
            <a:extLst>
              <a:ext uri="{FF2B5EF4-FFF2-40B4-BE49-F238E27FC236}">
                <a16:creationId xmlns:a16="http://schemas.microsoft.com/office/drawing/2014/main" id="{3C8AE243-09EE-46F3-F11B-D2A7C27C90D4}"/>
              </a:ext>
            </a:extLst>
          </p:cNvPr>
          <p:cNvSpPr/>
          <p:nvPr/>
        </p:nvSpPr>
        <p:spPr>
          <a:xfrm>
            <a:off x="2719563" y="4957718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8" name="矩形 117">
            <a:extLst>
              <a:ext uri="{FF2B5EF4-FFF2-40B4-BE49-F238E27FC236}">
                <a16:creationId xmlns:a16="http://schemas.microsoft.com/office/drawing/2014/main" id="{B43F87DA-BE4E-E160-0F3E-620512D785E2}"/>
              </a:ext>
            </a:extLst>
          </p:cNvPr>
          <p:cNvSpPr/>
          <p:nvPr/>
        </p:nvSpPr>
        <p:spPr>
          <a:xfrm>
            <a:off x="2719563" y="5625448"/>
            <a:ext cx="587828" cy="587828"/>
          </a:xfrm>
          <a:prstGeom prst="rect">
            <a:avLst/>
          </a:prstGeom>
          <a:noFill/>
          <a:ln w="38100">
            <a:solidFill>
              <a:srgbClr val="C1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19" name="Picture 4">
            <a:extLst>
              <a:ext uri="{FF2B5EF4-FFF2-40B4-BE49-F238E27FC236}">
                <a16:creationId xmlns:a16="http://schemas.microsoft.com/office/drawing/2014/main" id="{9C017524-2351-96C4-8DDE-B0D2566EFF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178" y="5543855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0" name="矩形 119">
            <a:extLst>
              <a:ext uri="{FF2B5EF4-FFF2-40B4-BE49-F238E27FC236}">
                <a16:creationId xmlns:a16="http://schemas.microsoft.com/office/drawing/2014/main" id="{3353B2B7-C155-8A15-2CDE-49B0007B2780}"/>
              </a:ext>
            </a:extLst>
          </p:cNvPr>
          <p:cNvSpPr/>
          <p:nvPr/>
        </p:nvSpPr>
        <p:spPr>
          <a:xfrm>
            <a:off x="4161299" y="4956027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1" name="矩形 120">
            <a:extLst>
              <a:ext uri="{FF2B5EF4-FFF2-40B4-BE49-F238E27FC236}">
                <a16:creationId xmlns:a16="http://schemas.microsoft.com/office/drawing/2014/main" id="{A9DFC604-4AF9-9546-CAFA-AD51EB3A9C54}"/>
              </a:ext>
            </a:extLst>
          </p:cNvPr>
          <p:cNvSpPr/>
          <p:nvPr/>
        </p:nvSpPr>
        <p:spPr>
          <a:xfrm>
            <a:off x="4161299" y="5623757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2" name="矩形 121">
            <a:extLst>
              <a:ext uri="{FF2B5EF4-FFF2-40B4-BE49-F238E27FC236}">
                <a16:creationId xmlns:a16="http://schemas.microsoft.com/office/drawing/2014/main" id="{74846AB9-8B52-3DAE-16CD-813E50B7DEE8}"/>
              </a:ext>
            </a:extLst>
          </p:cNvPr>
          <p:cNvSpPr/>
          <p:nvPr/>
        </p:nvSpPr>
        <p:spPr>
          <a:xfrm>
            <a:off x="4830629" y="4956027"/>
            <a:ext cx="587828" cy="587828"/>
          </a:xfrm>
          <a:prstGeom prst="rect">
            <a:avLst/>
          </a:prstGeom>
          <a:noFill/>
          <a:ln w="38100">
            <a:solidFill>
              <a:srgbClr val="C1000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3" name="矩形 122">
            <a:extLst>
              <a:ext uri="{FF2B5EF4-FFF2-40B4-BE49-F238E27FC236}">
                <a16:creationId xmlns:a16="http://schemas.microsoft.com/office/drawing/2014/main" id="{76A9296B-8081-181C-1227-33E6D3529360}"/>
              </a:ext>
            </a:extLst>
          </p:cNvPr>
          <p:cNvSpPr/>
          <p:nvPr/>
        </p:nvSpPr>
        <p:spPr>
          <a:xfrm>
            <a:off x="4830629" y="5623757"/>
            <a:ext cx="587828" cy="587828"/>
          </a:xfrm>
          <a:prstGeom prst="rect">
            <a:avLst/>
          </a:prstGeom>
          <a:noFill/>
          <a:ln w="38100">
            <a:solidFill>
              <a:srgbClr val="6FAD4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26" name="图片 125">
            <a:extLst>
              <a:ext uri="{FF2B5EF4-FFF2-40B4-BE49-F238E27FC236}">
                <a16:creationId xmlns:a16="http://schemas.microsoft.com/office/drawing/2014/main" id="{5660E793-63E2-DBF3-4622-22D13429B23B}"/>
              </a:ext>
            </a:extLst>
          </p:cNvPr>
          <p:cNvPicPr>
            <a:picLocks noChangeAspect="1"/>
          </p:cNvPicPr>
          <p:nvPr/>
        </p:nvPicPr>
        <p:blipFill>
          <a:blip r:embed="rId35">
            <a:grayscl/>
          </a:blip>
          <a:stretch>
            <a:fillRect/>
          </a:stretch>
        </p:blipFill>
        <p:spPr>
          <a:xfrm>
            <a:off x="4280599" y="2313705"/>
            <a:ext cx="349227" cy="349227"/>
          </a:xfrm>
          <a:prstGeom prst="rect">
            <a:avLst/>
          </a:prstGeom>
        </p:spPr>
      </p:pic>
      <p:pic>
        <p:nvPicPr>
          <p:cNvPr id="127" name="图片 126">
            <a:extLst>
              <a:ext uri="{FF2B5EF4-FFF2-40B4-BE49-F238E27FC236}">
                <a16:creationId xmlns:a16="http://schemas.microsoft.com/office/drawing/2014/main" id="{8F56562A-E404-A232-00DD-BB4DFCFB4F2E}"/>
              </a:ext>
            </a:extLst>
          </p:cNvPr>
          <p:cNvPicPr>
            <a:picLocks noChangeAspect="1"/>
          </p:cNvPicPr>
          <p:nvPr/>
        </p:nvPicPr>
        <p:blipFill>
          <a:blip r:embed="rId36">
            <a:grayscl/>
          </a:blip>
          <a:stretch>
            <a:fillRect/>
          </a:stretch>
        </p:blipFill>
        <p:spPr>
          <a:xfrm>
            <a:off x="1492531" y="3653876"/>
            <a:ext cx="349227" cy="349227"/>
          </a:xfrm>
          <a:prstGeom prst="rect">
            <a:avLst/>
          </a:prstGeom>
        </p:spPr>
      </p:pic>
      <p:pic>
        <p:nvPicPr>
          <p:cNvPr id="128" name="图片 127">
            <a:extLst>
              <a:ext uri="{FF2B5EF4-FFF2-40B4-BE49-F238E27FC236}">
                <a16:creationId xmlns:a16="http://schemas.microsoft.com/office/drawing/2014/main" id="{DBD3972C-9564-BCDD-6B6D-56189F6E199B}"/>
              </a:ext>
            </a:extLst>
          </p:cNvPr>
          <p:cNvPicPr>
            <a:picLocks noChangeAspect="1"/>
          </p:cNvPicPr>
          <p:nvPr/>
        </p:nvPicPr>
        <p:blipFill>
          <a:blip r:embed="rId37">
            <a:grayscl/>
          </a:blip>
          <a:stretch>
            <a:fillRect/>
          </a:stretch>
        </p:blipFill>
        <p:spPr>
          <a:xfrm>
            <a:off x="2174186" y="2313705"/>
            <a:ext cx="349227" cy="349227"/>
          </a:xfrm>
          <a:prstGeom prst="rect">
            <a:avLst/>
          </a:prstGeom>
        </p:spPr>
      </p:pic>
      <p:pic>
        <p:nvPicPr>
          <p:cNvPr id="129" name="图片 128">
            <a:extLst>
              <a:ext uri="{FF2B5EF4-FFF2-40B4-BE49-F238E27FC236}">
                <a16:creationId xmlns:a16="http://schemas.microsoft.com/office/drawing/2014/main" id="{A12809D5-BEBE-36F0-4DF7-39498DA28C30}"/>
              </a:ext>
            </a:extLst>
          </p:cNvPr>
          <p:cNvPicPr>
            <a:picLocks noChangeAspect="1"/>
          </p:cNvPicPr>
          <p:nvPr/>
        </p:nvPicPr>
        <p:blipFill>
          <a:blip r:embed="rId38">
            <a:grayscl/>
          </a:blip>
          <a:stretch>
            <a:fillRect/>
          </a:stretch>
        </p:blipFill>
        <p:spPr>
          <a:xfrm>
            <a:off x="4949928" y="5077018"/>
            <a:ext cx="349227" cy="349227"/>
          </a:xfrm>
          <a:prstGeom prst="rect">
            <a:avLst/>
          </a:prstGeom>
        </p:spPr>
      </p:pic>
      <p:pic>
        <p:nvPicPr>
          <p:cNvPr id="130" name="图片 129">
            <a:extLst>
              <a:ext uri="{FF2B5EF4-FFF2-40B4-BE49-F238E27FC236}">
                <a16:creationId xmlns:a16="http://schemas.microsoft.com/office/drawing/2014/main" id="{D20417DB-55FD-EC1A-D03B-9E4CC36354F7}"/>
              </a:ext>
            </a:extLst>
          </p:cNvPr>
          <p:cNvPicPr>
            <a:picLocks noChangeAspect="1"/>
          </p:cNvPicPr>
          <p:nvPr/>
        </p:nvPicPr>
        <p:blipFill>
          <a:blip r:embed="rId39">
            <a:grayscl/>
          </a:blip>
          <a:stretch>
            <a:fillRect/>
          </a:stretch>
        </p:blipFill>
        <p:spPr>
          <a:xfrm>
            <a:off x="2841958" y="2981435"/>
            <a:ext cx="349227" cy="349227"/>
          </a:xfrm>
          <a:prstGeom prst="rect">
            <a:avLst/>
          </a:prstGeom>
        </p:spPr>
      </p:pic>
      <p:pic>
        <p:nvPicPr>
          <p:cNvPr id="131" name="图片 130">
            <a:extLst>
              <a:ext uri="{FF2B5EF4-FFF2-40B4-BE49-F238E27FC236}">
                <a16:creationId xmlns:a16="http://schemas.microsoft.com/office/drawing/2014/main" id="{F5BB3FD9-2802-DBBF-DFDE-919FE64ABF47}"/>
              </a:ext>
            </a:extLst>
          </p:cNvPr>
          <p:cNvPicPr>
            <a:picLocks noChangeAspect="1"/>
          </p:cNvPicPr>
          <p:nvPr/>
        </p:nvPicPr>
        <p:blipFill>
          <a:blip r:embed="rId40">
            <a:grayscl/>
          </a:blip>
          <a:stretch>
            <a:fillRect/>
          </a:stretch>
        </p:blipFill>
        <p:spPr>
          <a:xfrm>
            <a:off x="1503001" y="2313705"/>
            <a:ext cx="349227" cy="349227"/>
          </a:xfrm>
          <a:prstGeom prst="rect">
            <a:avLst/>
          </a:prstGeom>
        </p:spPr>
      </p:pic>
      <p:pic>
        <p:nvPicPr>
          <p:cNvPr id="132" name="图片 131">
            <a:extLst>
              <a:ext uri="{FF2B5EF4-FFF2-40B4-BE49-F238E27FC236}">
                <a16:creationId xmlns:a16="http://schemas.microsoft.com/office/drawing/2014/main" id="{BD7D6E07-DCD7-3A99-829A-E8CC43AA0180}"/>
              </a:ext>
            </a:extLst>
          </p:cNvPr>
          <p:cNvPicPr>
            <a:picLocks noChangeAspect="1"/>
          </p:cNvPicPr>
          <p:nvPr/>
        </p:nvPicPr>
        <p:blipFill>
          <a:blip r:embed="rId41">
            <a:grayscl/>
          </a:blip>
          <a:stretch>
            <a:fillRect/>
          </a:stretch>
        </p:blipFill>
        <p:spPr>
          <a:xfrm>
            <a:off x="2846093" y="5743057"/>
            <a:ext cx="349227" cy="349227"/>
          </a:xfrm>
          <a:prstGeom prst="rect">
            <a:avLst/>
          </a:prstGeom>
        </p:spPr>
      </p:pic>
      <p:sp>
        <p:nvSpPr>
          <p:cNvPr id="56" name="文本框 55">
            <a:extLst>
              <a:ext uri="{FF2B5EF4-FFF2-40B4-BE49-F238E27FC236}">
                <a16:creationId xmlns:a16="http://schemas.microsoft.com/office/drawing/2014/main" id="{E016D7EE-4381-6069-E96E-CDEB1A26B431}"/>
              </a:ext>
            </a:extLst>
          </p:cNvPr>
          <p:cNvSpPr txBox="1"/>
          <p:nvPr/>
        </p:nvSpPr>
        <p:spPr>
          <a:xfrm>
            <a:off x="3372800" y="146374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7EF781BE-E31C-1F36-174A-7E4282A45C74}"/>
              </a:ext>
            </a:extLst>
          </p:cNvPr>
          <p:cNvSpPr txBox="1"/>
          <p:nvPr/>
        </p:nvSpPr>
        <p:spPr>
          <a:xfrm>
            <a:off x="3372800" y="212788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35" name="文本框 134">
            <a:extLst>
              <a:ext uri="{FF2B5EF4-FFF2-40B4-BE49-F238E27FC236}">
                <a16:creationId xmlns:a16="http://schemas.microsoft.com/office/drawing/2014/main" id="{B7ECBE09-D102-C9E7-ABC3-0BACAB46D04F}"/>
              </a:ext>
            </a:extLst>
          </p:cNvPr>
          <p:cNvSpPr txBox="1"/>
          <p:nvPr/>
        </p:nvSpPr>
        <p:spPr>
          <a:xfrm>
            <a:off x="3372800" y="2802105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36" name="文本框 135">
            <a:extLst>
              <a:ext uri="{FF2B5EF4-FFF2-40B4-BE49-F238E27FC236}">
                <a16:creationId xmlns:a16="http://schemas.microsoft.com/office/drawing/2014/main" id="{E5B3031E-3A0F-6371-ECF0-A4022F6C7C0C}"/>
              </a:ext>
            </a:extLst>
          </p:cNvPr>
          <p:cNvSpPr txBox="1"/>
          <p:nvPr/>
        </p:nvSpPr>
        <p:spPr>
          <a:xfrm>
            <a:off x="3372800" y="3473187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37" name="文本框 136">
            <a:extLst>
              <a:ext uri="{FF2B5EF4-FFF2-40B4-BE49-F238E27FC236}">
                <a16:creationId xmlns:a16="http://schemas.microsoft.com/office/drawing/2014/main" id="{BEB50A08-C339-48B9-D0BE-0B013CC6B3C6}"/>
              </a:ext>
            </a:extLst>
          </p:cNvPr>
          <p:cNvSpPr txBox="1"/>
          <p:nvPr/>
        </p:nvSpPr>
        <p:spPr>
          <a:xfrm>
            <a:off x="3372800" y="4894038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38" name="文本框 137">
            <a:extLst>
              <a:ext uri="{FF2B5EF4-FFF2-40B4-BE49-F238E27FC236}">
                <a16:creationId xmlns:a16="http://schemas.microsoft.com/office/drawing/2014/main" id="{3E781B6E-703D-EF71-2D67-AEBE091D71AE}"/>
              </a:ext>
            </a:extLst>
          </p:cNvPr>
          <p:cNvSpPr txBox="1"/>
          <p:nvPr/>
        </p:nvSpPr>
        <p:spPr>
          <a:xfrm>
            <a:off x="3372800" y="5565120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39" name="文本框 138">
            <a:extLst>
              <a:ext uri="{FF2B5EF4-FFF2-40B4-BE49-F238E27FC236}">
                <a16:creationId xmlns:a16="http://schemas.microsoft.com/office/drawing/2014/main" id="{27CC5E92-B9D2-7748-43AF-58A51FE81CBD}"/>
              </a:ext>
            </a:extLst>
          </p:cNvPr>
          <p:cNvSpPr txBox="1"/>
          <p:nvPr/>
        </p:nvSpPr>
        <p:spPr>
          <a:xfrm rot="16200000">
            <a:off x="614328" y="416665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40" name="文本框 139">
            <a:extLst>
              <a:ext uri="{FF2B5EF4-FFF2-40B4-BE49-F238E27FC236}">
                <a16:creationId xmlns:a16="http://schemas.microsoft.com/office/drawing/2014/main" id="{C9CC8890-A141-5469-981E-5348A95A06C1}"/>
              </a:ext>
            </a:extLst>
          </p:cNvPr>
          <p:cNvSpPr txBox="1"/>
          <p:nvPr/>
        </p:nvSpPr>
        <p:spPr>
          <a:xfrm rot="16200000">
            <a:off x="1278468" y="416665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41" name="文本框 140">
            <a:extLst>
              <a:ext uri="{FF2B5EF4-FFF2-40B4-BE49-F238E27FC236}">
                <a16:creationId xmlns:a16="http://schemas.microsoft.com/office/drawing/2014/main" id="{260E7A2B-CC7C-E6C5-CAC3-5C6C719B77CC}"/>
              </a:ext>
            </a:extLst>
          </p:cNvPr>
          <p:cNvSpPr txBox="1"/>
          <p:nvPr/>
        </p:nvSpPr>
        <p:spPr>
          <a:xfrm rot="16200000">
            <a:off x="1952686" y="416665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42" name="文本框 141">
            <a:extLst>
              <a:ext uri="{FF2B5EF4-FFF2-40B4-BE49-F238E27FC236}">
                <a16:creationId xmlns:a16="http://schemas.microsoft.com/office/drawing/2014/main" id="{4B76615B-395B-892E-0543-17C665077B0E}"/>
              </a:ext>
            </a:extLst>
          </p:cNvPr>
          <p:cNvSpPr txBox="1"/>
          <p:nvPr/>
        </p:nvSpPr>
        <p:spPr>
          <a:xfrm rot="16200000">
            <a:off x="2623768" y="416665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43" name="文本框 142">
            <a:extLst>
              <a:ext uri="{FF2B5EF4-FFF2-40B4-BE49-F238E27FC236}">
                <a16:creationId xmlns:a16="http://schemas.microsoft.com/office/drawing/2014/main" id="{F654B254-62FE-A4CC-44B2-9811C2A128B3}"/>
              </a:ext>
            </a:extLst>
          </p:cNvPr>
          <p:cNvSpPr txBox="1"/>
          <p:nvPr/>
        </p:nvSpPr>
        <p:spPr>
          <a:xfrm rot="16200000">
            <a:off x="4044619" y="4166653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44" name="文本框 143">
            <a:extLst>
              <a:ext uri="{FF2B5EF4-FFF2-40B4-BE49-F238E27FC236}">
                <a16:creationId xmlns:a16="http://schemas.microsoft.com/office/drawing/2014/main" id="{1DD410FB-7BD5-84C6-C76D-5AC8CB311266}"/>
              </a:ext>
            </a:extLst>
          </p:cNvPr>
          <p:cNvSpPr txBox="1"/>
          <p:nvPr/>
        </p:nvSpPr>
        <p:spPr>
          <a:xfrm rot="16200000">
            <a:off x="4715701" y="4166652"/>
            <a:ext cx="6976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4000" b="1" dirty="0"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4000" b="1" dirty="0"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189" name="图形 188" descr="剪刀">
            <a:extLst>
              <a:ext uri="{FF2B5EF4-FFF2-40B4-BE49-F238E27FC236}">
                <a16:creationId xmlns:a16="http://schemas.microsoft.com/office/drawing/2014/main" id="{F21884BB-4D63-569C-4AA1-E6CD40E9851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9699101" y="1989457"/>
            <a:ext cx="539583" cy="540000"/>
          </a:xfrm>
          <a:prstGeom prst="rect">
            <a:avLst/>
          </a:prstGeom>
        </p:spPr>
      </p:pic>
      <p:pic>
        <p:nvPicPr>
          <p:cNvPr id="190" name="图形 189" descr="剪刀">
            <a:extLst>
              <a:ext uri="{FF2B5EF4-FFF2-40B4-BE49-F238E27FC236}">
                <a16:creationId xmlns:a16="http://schemas.microsoft.com/office/drawing/2014/main" id="{9C1AB311-3B9C-CE14-8EAE-1F4D55C57341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12365544" y="1271834"/>
            <a:ext cx="539583" cy="540000"/>
          </a:xfrm>
          <a:prstGeom prst="rect">
            <a:avLst/>
          </a:prstGeom>
        </p:spPr>
      </p:pic>
      <p:sp>
        <p:nvSpPr>
          <p:cNvPr id="191" name="文本框 190">
            <a:extLst>
              <a:ext uri="{FF2B5EF4-FFF2-40B4-BE49-F238E27FC236}">
                <a16:creationId xmlns:a16="http://schemas.microsoft.com/office/drawing/2014/main" id="{53793F79-4B96-7EC6-C491-C701C2EF6E47}"/>
              </a:ext>
            </a:extLst>
          </p:cNvPr>
          <p:cNvSpPr txBox="1"/>
          <p:nvPr/>
        </p:nvSpPr>
        <p:spPr>
          <a:xfrm>
            <a:off x="10282501" y="1971457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2" name="文本框 191">
            <a:extLst>
              <a:ext uri="{FF2B5EF4-FFF2-40B4-BE49-F238E27FC236}">
                <a16:creationId xmlns:a16="http://schemas.microsoft.com/office/drawing/2014/main" id="{59BD679A-ADF9-962F-1E59-470647ED9380}"/>
              </a:ext>
            </a:extLst>
          </p:cNvPr>
          <p:cNvSpPr txBox="1"/>
          <p:nvPr/>
        </p:nvSpPr>
        <p:spPr>
          <a:xfrm>
            <a:off x="9690047" y="607601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3" name="文本框 192">
            <a:extLst>
              <a:ext uri="{FF2B5EF4-FFF2-40B4-BE49-F238E27FC236}">
                <a16:creationId xmlns:a16="http://schemas.microsoft.com/office/drawing/2014/main" id="{5AD8F42B-01D8-827B-067F-1F14036A8A6D}"/>
              </a:ext>
            </a:extLst>
          </p:cNvPr>
          <p:cNvSpPr txBox="1"/>
          <p:nvPr/>
        </p:nvSpPr>
        <p:spPr>
          <a:xfrm>
            <a:off x="12969681" y="1271834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rgbClr val="C00000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rgbClr val="C00000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94" name="燕尾形箭头 193">
            <a:extLst>
              <a:ext uri="{FF2B5EF4-FFF2-40B4-BE49-F238E27FC236}">
                <a16:creationId xmlns:a16="http://schemas.microsoft.com/office/drawing/2014/main" id="{1A6F9426-917D-FAAA-DF32-59AB5708E044}"/>
              </a:ext>
            </a:extLst>
          </p:cNvPr>
          <p:cNvSpPr>
            <a:spLocks noChangeAspect="1"/>
          </p:cNvSpPr>
          <p:nvPr/>
        </p:nvSpPr>
        <p:spPr>
          <a:xfrm>
            <a:off x="18170486" y="3267161"/>
            <a:ext cx="726073" cy="721439"/>
          </a:xfrm>
          <a:prstGeom prst="notchedRightArrow">
            <a:avLst/>
          </a:prstGeom>
          <a:solidFill>
            <a:schemeClr val="accent4">
              <a:lumMod val="20000"/>
              <a:lumOff val="80000"/>
            </a:schemeClr>
          </a:solidFill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95" name="圆角矩形 194">
            <a:extLst>
              <a:ext uri="{FF2B5EF4-FFF2-40B4-BE49-F238E27FC236}">
                <a16:creationId xmlns:a16="http://schemas.microsoft.com/office/drawing/2014/main" id="{41D7C5DB-C8D4-FE7B-80A9-819A06C1E070}"/>
              </a:ext>
            </a:extLst>
          </p:cNvPr>
          <p:cNvSpPr/>
          <p:nvPr/>
        </p:nvSpPr>
        <p:spPr>
          <a:xfrm>
            <a:off x="19041555" y="1635232"/>
            <a:ext cx="4406324" cy="4209484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rgbClr val="7030A0"/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197" name="Picture 34">
            <a:extLst>
              <a:ext uri="{FF2B5EF4-FFF2-40B4-BE49-F238E27FC236}">
                <a16:creationId xmlns:a16="http://schemas.microsoft.com/office/drawing/2014/main" id="{E45E7BE3-1CDA-A93D-144B-28DC20DFB9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661844" y="2153464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2" name="图形 201">
            <a:extLst>
              <a:ext uri="{FF2B5EF4-FFF2-40B4-BE49-F238E27FC236}">
                <a16:creationId xmlns:a16="http://schemas.microsoft.com/office/drawing/2014/main" id="{0F7D126D-4AE2-F4DC-AF27-FD5313C9FF5F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rcRect/>
          <a:stretch/>
        </p:blipFill>
        <p:spPr>
          <a:xfrm>
            <a:off x="20333303" y="2171678"/>
            <a:ext cx="539583" cy="539583"/>
          </a:xfrm>
          <a:prstGeom prst="rect">
            <a:avLst/>
          </a:prstGeom>
        </p:spPr>
      </p:pic>
      <p:pic>
        <p:nvPicPr>
          <p:cNvPr id="207" name="图片 206">
            <a:extLst>
              <a:ext uri="{FF2B5EF4-FFF2-40B4-BE49-F238E27FC236}">
                <a16:creationId xmlns:a16="http://schemas.microsoft.com/office/drawing/2014/main" id="{FA5836B3-12D6-B098-7102-52A46EEBB2AE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984" r="58083" b="52922"/>
          <a:stretch/>
        </p:blipFill>
        <p:spPr>
          <a:xfrm>
            <a:off x="19603932" y="4724467"/>
            <a:ext cx="521840" cy="576000"/>
          </a:xfrm>
          <a:prstGeom prst="rect">
            <a:avLst/>
          </a:prstGeom>
        </p:spPr>
      </p:pic>
      <p:pic>
        <p:nvPicPr>
          <p:cNvPr id="209" name="图片 208">
            <a:extLst>
              <a:ext uri="{FF2B5EF4-FFF2-40B4-BE49-F238E27FC236}">
                <a16:creationId xmlns:a16="http://schemas.microsoft.com/office/drawing/2014/main" id="{694B86BF-BD83-20B8-9F36-A4DF8A617D7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7202" t="52503"/>
          <a:stretch/>
        </p:blipFill>
        <p:spPr>
          <a:xfrm>
            <a:off x="19696916" y="2826087"/>
            <a:ext cx="505856" cy="576000"/>
          </a:xfrm>
          <a:prstGeom prst="rect">
            <a:avLst/>
          </a:prstGeom>
        </p:spPr>
      </p:pic>
      <p:pic>
        <p:nvPicPr>
          <p:cNvPr id="210" name="图形 209">
            <a:extLst>
              <a:ext uri="{FF2B5EF4-FFF2-40B4-BE49-F238E27FC236}">
                <a16:creationId xmlns:a16="http://schemas.microsoft.com/office/drawing/2014/main" id="{1D2C6ED9-BD0D-FB80-91F6-3B0104DA30B3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rcRect/>
          <a:stretch/>
        </p:blipFill>
        <p:spPr>
          <a:xfrm>
            <a:off x="20254243" y="4742681"/>
            <a:ext cx="539583" cy="539583"/>
          </a:xfrm>
          <a:prstGeom prst="rect">
            <a:avLst/>
          </a:prstGeom>
        </p:spPr>
      </p:pic>
      <p:pic>
        <p:nvPicPr>
          <p:cNvPr id="213" name="图形 212">
            <a:extLst>
              <a:ext uri="{FF2B5EF4-FFF2-40B4-BE49-F238E27FC236}">
                <a16:creationId xmlns:a16="http://schemas.microsoft.com/office/drawing/2014/main" id="{2E62D2A9-5250-75A5-783C-C0E0506DDFDE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rcRect/>
          <a:stretch/>
        </p:blipFill>
        <p:spPr>
          <a:xfrm>
            <a:off x="20322968" y="2844301"/>
            <a:ext cx="539583" cy="539583"/>
          </a:xfrm>
          <a:prstGeom prst="rect">
            <a:avLst/>
          </a:prstGeom>
        </p:spPr>
      </p:pic>
      <p:sp>
        <p:nvSpPr>
          <p:cNvPr id="65" name="文本框 64">
            <a:extLst>
              <a:ext uri="{FF2B5EF4-FFF2-40B4-BE49-F238E27FC236}">
                <a16:creationId xmlns:a16="http://schemas.microsoft.com/office/drawing/2014/main" id="{361A69B7-5E07-5AE9-9A52-AB3C10ACBE50}"/>
              </a:ext>
            </a:extLst>
          </p:cNvPr>
          <p:cNvSpPr txBox="1"/>
          <p:nvPr/>
        </p:nvSpPr>
        <p:spPr>
          <a:xfrm>
            <a:off x="8305177" y="52688"/>
            <a:ext cx="5367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solidFill>
                  <a:srgbClr val="961213"/>
                </a:solidFill>
                <a:latin typeface="Telugu MN" pitchFamily="2" charset="0"/>
                <a:cs typeface="Telugu MN" pitchFamily="2" charset="0"/>
              </a:rPr>
              <a:t>Positive Samples</a:t>
            </a:r>
            <a:endParaRPr kumimoji="1" lang="zh-CN" altLang="en-US" sz="3200" dirty="0">
              <a:solidFill>
                <a:srgbClr val="961213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19" name="文本框 218">
            <a:extLst>
              <a:ext uri="{FF2B5EF4-FFF2-40B4-BE49-F238E27FC236}">
                <a16:creationId xmlns:a16="http://schemas.microsoft.com/office/drawing/2014/main" id="{CC530DC5-5869-E944-FE06-BE81EF4DCD50}"/>
              </a:ext>
            </a:extLst>
          </p:cNvPr>
          <p:cNvSpPr txBox="1"/>
          <p:nvPr/>
        </p:nvSpPr>
        <p:spPr>
          <a:xfrm>
            <a:off x="14519870" y="579513"/>
            <a:ext cx="350698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Serve</a:t>
            </a:r>
            <a:r>
              <a:rPr kumimoji="1" lang="zh-CN" altLang="en-US" sz="3200" dirty="0">
                <a:latin typeface="Telugu MN" pitchFamily="2" charset="0"/>
                <a:cs typeface="Telugu MN" pitchFamily="2" charset="0"/>
              </a:rPr>
              <a:t> </a:t>
            </a:r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as </a:t>
            </a:r>
          </a:p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positive signals</a:t>
            </a:r>
            <a:endParaRPr kumimoji="1" lang="zh-CN" altLang="en-US" sz="32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21" name="圆角矩形 220">
            <a:extLst>
              <a:ext uri="{FF2B5EF4-FFF2-40B4-BE49-F238E27FC236}">
                <a16:creationId xmlns:a16="http://schemas.microsoft.com/office/drawing/2014/main" id="{38E28E76-5C49-4BE9-B30F-26B9F05695AD}"/>
              </a:ext>
            </a:extLst>
          </p:cNvPr>
          <p:cNvSpPr/>
          <p:nvPr/>
        </p:nvSpPr>
        <p:spPr>
          <a:xfrm>
            <a:off x="7649380" y="4975362"/>
            <a:ext cx="6673443" cy="2100592"/>
          </a:xfrm>
          <a:prstGeom prst="roundRect">
            <a:avLst>
              <a:gd name="adj" fmla="val 4299"/>
            </a:avLst>
          </a:prstGeom>
          <a:noFill/>
          <a:ln w="38100" cap="rnd">
            <a:solidFill>
              <a:schemeClr val="accent6">
                <a:lumMod val="75000"/>
              </a:schemeClr>
            </a:solidFill>
            <a:prstDash val="dash"/>
            <a:bevel/>
            <a:extLst>
              <a:ext uri="{C807C97D-BFC1-408E-A445-0C87EB9F89A2}">
                <ask:lineSketchStyleProps xmlns:ask="http://schemas.microsoft.com/office/drawing/2018/sketchyshapes" sd="4057322111">
                  <a:custGeom>
                    <a:avLst/>
                    <a:gdLst>
                      <a:gd name="connsiteX0" fmla="*/ 0 w 1078642"/>
                      <a:gd name="connsiteY0" fmla="*/ 29694 h 178161"/>
                      <a:gd name="connsiteX1" fmla="*/ 29694 w 1078642"/>
                      <a:gd name="connsiteY1" fmla="*/ 0 h 178161"/>
                      <a:gd name="connsiteX2" fmla="*/ 1048948 w 1078642"/>
                      <a:gd name="connsiteY2" fmla="*/ 0 h 178161"/>
                      <a:gd name="connsiteX3" fmla="*/ 1078642 w 1078642"/>
                      <a:gd name="connsiteY3" fmla="*/ 29694 h 178161"/>
                      <a:gd name="connsiteX4" fmla="*/ 1078642 w 1078642"/>
                      <a:gd name="connsiteY4" fmla="*/ 148467 h 178161"/>
                      <a:gd name="connsiteX5" fmla="*/ 1048948 w 1078642"/>
                      <a:gd name="connsiteY5" fmla="*/ 178161 h 178161"/>
                      <a:gd name="connsiteX6" fmla="*/ 29694 w 1078642"/>
                      <a:gd name="connsiteY6" fmla="*/ 178161 h 178161"/>
                      <a:gd name="connsiteX7" fmla="*/ 0 w 1078642"/>
                      <a:gd name="connsiteY7" fmla="*/ 148467 h 178161"/>
                      <a:gd name="connsiteX8" fmla="*/ 0 w 1078642"/>
                      <a:gd name="connsiteY8" fmla="*/ 29694 h 17816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</a:cxnLst>
                    <a:rect l="l" t="t" r="r" b="b"/>
                    <a:pathLst>
                      <a:path w="1078642" h="178161" extrusionOk="0">
                        <a:moveTo>
                          <a:pt x="0" y="29694"/>
                        </a:moveTo>
                        <a:cubicBezTo>
                          <a:pt x="1454" y="15195"/>
                          <a:pt x="12149" y="-1812"/>
                          <a:pt x="29694" y="0"/>
                        </a:cubicBezTo>
                        <a:cubicBezTo>
                          <a:pt x="178734" y="-40054"/>
                          <a:pt x="579899" y="46244"/>
                          <a:pt x="1048948" y="0"/>
                        </a:cubicBezTo>
                        <a:cubicBezTo>
                          <a:pt x="1066865" y="104"/>
                          <a:pt x="1078299" y="11261"/>
                          <a:pt x="1078642" y="29694"/>
                        </a:cubicBezTo>
                        <a:cubicBezTo>
                          <a:pt x="1070030" y="59621"/>
                          <a:pt x="1082505" y="124044"/>
                          <a:pt x="1078642" y="148467"/>
                        </a:cubicBezTo>
                        <a:cubicBezTo>
                          <a:pt x="1076736" y="166890"/>
                          <a:pt x="1065315" y="180904"/>
                          <a:pt x="1048948" y="178161"/>
                        </a:cubicBezTo>
                        <a:cubicBezTo>
                          <a:pt x="876726" y="246973"/>
                          <a:pt x="312629" y="210282"/>
                          <a:pt x="29694" y="178161"/>
                        </a:cubicBezTo>
                        <a:cubicBezTo>
                          <a:pt x="14164" y="177284"/>
                          <a:pt x="1178" y="165135"/>
                          <a:pt x="0" y="148467"/>
                        </a:cubicBezTo>
                        <a:cubicBezTo>
                          <a:pt x="-4039" y="133350"/>
                          <a:pt x="10164" y="57493"/>
                          <a:pt x="0" y="29694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accent6">
                  <a:lumMod val="75000"/>
                </a:schemeClr>
              </a:solidFill>
            </a:endParaRPr>
          </a:p>
        </p:txBody>
      </p:sp>
      <p:pic>
        <p:nvPicPr>
          <p:cNvPr id="222" name="图片 221">
            <a:extLst>
              <a:ext uri="{FF2B5EF4-FFF2-40B4-BE49-F238E27FC236}">
                <a16:creationId xmlns:a16="http://schemas.microsoft.com/office/drawing/2014/main" id="{6254171B-F46D-4C43-6B9C-4FCEF924DBF2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52503" r="60164"/>
          <a:stretch/>
        </p:blipFill>
        <p:spPr>
          <a:xfrm>
            <a:off x="7779404" y="5751635"/>
            <a:ext cx="470848" cy="576000"/>
          </a:xfrm>
          <a:prstGeom prst="rect">
            <a:avLst/>
          </a:prstGeom>
        </p:spPr>
      </p:pic>
      <p:pic>
        <p:nvPicPr>
          <p:cNvPr id="223" name="Picture 34">
            <a:extLst>
              <a:ext uri="{FF2B5EF4-FFF2-40B4-BE49-F238E27FC236}">
                <a16:creationId xmlns:a16="http://schemas.microsoft.com/office/drawing/2014/main" id="{92E9A833-E5F0-4658-30BF-D90A4871B42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18951" y="5055566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4" name="Picture 4">
            <a:extLst>
              <a:ext uri="{FF2B5EF4-FFF2-40B4-BE49-F238E27FC236}">
                <a16:creationId xmlns:a16="http://schemas.microsoft.com/office/drawing/2014/main" id="{F14A1764-458B-77FF-105D-EA210BA3D8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99131" y="6355812"/>
            <a:ext cx="615671" cy="75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5" name="图形 224">
            <a:extLst>
              <a:ext uri="{FF2B5EF4-FFF2-40B4-BE49-F238E27FC236}">
                <a16:creationId xmlns:a16="http://schemas.microsoft.com/office/drawing/2014/main" id="{72131B8D-1469-B161-3A09-298B61BA8462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rcRect/>
          <a:stretch/>
        </p:blipFill>
        <p:spPr>
          <a:xfrm>
            <a:off x="9055203" y="5769851"/>
            <a:ext cx="539583" cy="539583"/>
          </a:xfrm>
          <a:prstGeom prst="rect">
            <a:avLst/>
          </a:prstGeom>
        </p:spPr>
      </p:pic>
      <p:pic>
        <p:nvPicPr>
          <p:cNvPr id="227" name="图形 226">
            <a:extLst>
              <a:ext uri="{FF2B5EF4-FFF2-40B4-BE49-F238E27FC236}">
                <a16:creationId xmlns:a16="http://schemas.microsoft.com/office/drawing/2014/main" id="{177AE112-5310-C9B5-802B-134BA2552BC5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rcRect/>
          <a:stretch/>
        </p:blipFill>
        <p:spPr>
          <a:xfrm>
            <a:off x="8404219" y="5769851"/>
            <a:ext cx="539583" cy="539583"/>
          </a:xfrm>
          <a:prstGeom prst="rect">
            <a:avLst/>
          </a:prstGeom>
        </p:spPr>
      </p:pic>
      <p:pic>
        <p:nvPicPr>
          <p:cNvPr id="228" name="图形 227">
            <a:extLst>
              <a:ext uri="{FF2B5EF4-FFF2-40B4-BE49-F238E27FC236}">
                <a16:creationId xmlns:a16="http://schemas.microsoft.com/office/drawing/2014/main" id="{618C2611-0B0E-73A1-09D6-89EA162625B9}"/>
              </a:ext>
            </a:extLst>
          </p:cNvPr>
          <p:cNvPicPr>
            <a:picLocks noChangeAspect="1"/>
          </p:cNvPicPr>
          <p:nvPr/>
        </p:nvPicPr>
        <p:blipFill>
          <a:blip r:embed="rId48">
            <a:extLst>
              <a:ext uri="{96DAC541-7B7A-43D3-8B79-37D633B846F1}">
                <asvg:svgBlip xmlns:asvg="http://schemas.microsoft.com/office/drawing/2016/SVG/main" r:embed="rId49"/>
              </a:ext>
            </a:extLst>
          </a:blip>
          <a:srcRect/>
          <a:stretch/>
        </p:blipFill>
        <p:spPr>
          <a:xfrm>
            <a:off x="11690410" y="5073782"/>
            <a:ext cx="539583" cy="539583"/>
          </a:xfrm>
          <a:prstGeom prst="rect">
            <a:avLst/>
          </a:prstGeom>
        </p:spPr>
      </p:pic>
      <p:pic>
        <p:nvPicPr>
          <p:cNvPr id="229" name="图形 228">
            <a:extLst>
              <a:ext uri="{FF2B5EF4-FFF2-40B4-BE49-F238E27FC236}">
                <a16:creationId xmlns:a16="http://schemas.microsoft.com/office/drawing/2014/main" id="{90BED39C-8D57-19B9-E7D7-FBCEDFAC234B}"/>
              </a:ext>
            </a:extLst>
          </p:cNvPr>
          <p:cNvPicPr>
            <a:picLocks noChangeAspect="1"/>
          </p:cNvPicPr>
          <p:nvPr/>
        </p:nvPicPr>
        <p:blipFill>
          <a:blip r:embed="rId50">
            <a:extLst>
              <a:ext uri="{96DAC541-7B7A-43D3-8B79-37D633B846F1}">
                <asvg:svgBlip xmlns:asvg="http://schemas.microsoft.com/office/drawing/2016/SVG/main" r:embed="rId51"/>
              </a:ext>
            </a:extLst>
          </a:blip>
          <a:srcRect/>
          <a:stretch/>
        </p:blipFill>
        <p:spPr>
          <a:xfrm>
            <a:off x="11690410" y="6464028"/>
            <a:ext cx="539583" cy="539583"/>
          </a:xfrm>
          <a:prstGeom prst="rect">
            <a:avLst/>
          </a:prstGeom>
        </p:spPr>
      </p:pic>
      <p:sp>
        <p:nvSpPr>
          <p:cNvPr id="230" name="文本框 229">
            <a:extLst>
              <a:ext uri="{FF2B5EF4-FFF2-40B4-BE49-F238E27FC236}">
                <a16:creationId xmlns:a16="http://schemas.microsoft.com/office/drawing/2014/main" id="{DC51CE37-4192-991B-260B-9099AB115530}"/>
              </a:ext>
            </a:extLst>
          </p:cNvPr>
          <p:cNvSpPr txBox="1"/>
          <p:nvPr/>
        </p:nvSpPr>
        <p:spPr>
          <a:xfrm>
            <a:off x="10361162" y="577802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31" name="文本框 230">
            <a:extLst>
              <a:ext uri="{FF2B5EF4-FFF2-40B4-BE49-F238E27FC236}">
                <a16:creationId xmlns:a16="http://schemas.microsoft.com/office/drawing/2014/main" id="{6FD9F0F0-4675-2E0F-7BB8-8F28994E6716}"/>
              </a:ext>
            </a:extLst>
          </p:cNvPr>
          <p:cNvSpPr txBox="1"/>
          <p:nvPr/>
        </p:nvSpPr>
        <p:spPr>
          <a:xfrm>
            <a:off x="13600806" y="508195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32" name="文本框 231">
            <a:extLst>
              <a:ext uri="{FF2B5EF4-FFF2-40B4-BE49-F238E27FC236}">
                <a16:creationId xmlns:a16="http://schemas.microsoft.com/office/drawing/2014/main" id="{46C36D92-4856-639E-47C9-26CFF10319DC}"/>
              </a:ext>
            </a:extLst>
          </p:cNvPr>
          <p:cNvSpPr txBox="1"/>
          <p:nvPr/>
        </p:nvSpPr>
        <p:spPr>
          <a:xfrm>
            <a:off x="13600806" y="647220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233" name="图片 232">
            <a:extLst>
              <a:ext uri="{FF2B5EF4-FFF2-40B4-BE49-F238E27FC236}">
                <a16:creationId xmlns:a16="http://schemas.microsoft.com/office/drawing/2014/main" id="{7C47CAD6-CCA7-5279-48EE-5DDCF93DBFCB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984" r="58083" b="52922"/>
          <a:stretch/>
        </p:blipFill>
        <p:spPr>
          <a:xfrm>
            <a:off x="7753908" y="5055566"/>
            <a:ext cx="521840" cy="576000"/>
          </a:xfrm>
          <a:prstGeom prst="rect">
            <a:avLst/>
          </a:prstGeom>
        </p:spPr>
      </p:pic>
      <p:pic>
        <p:nvPicPr>
          <p:cNvPr id="234" name="图片 233">
            <a:extLst>
              <a:ext uri="{FF2B5EF4-FFF2-40B4-BE49-F238E27FC236}">
                <a16:creationId xmlns:a16="http://schemas.microsoft.com/office/drawing/2014/main" id="{038B4ACC-8672-0CDC-B5C3-0422A2583F6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8083" b="52503"/>
          <a:stretch/>
        </p:blipFill>
        <p:spPr>
          <a:xfrm>
            <a:off x="7767108" y="6445812"/>
            <a:ext cx="495440" cy="576000"/>
          </a:xfrm>
          <a:prstGeom prst="rect">
            <a:avLst/>
          </a:prstGeom>
        </p:spPr>
      </p:pic>
      <p:pic>
        <p:nvPicPr>
          <p:cNvPr id="235" name="图片 234">
            <a:extLst>
              <a:ext uri="{FF2B5EF4-FFF2-40B4-BE49-F238E27FC236}">
                <a16:creationId xmlns:a16="http://schemas.microsoft.com/office/drawing/2014/main" id="{AF378E63-3997-AD3E-215D-D4933B1E793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7202" t="52503"/>
          <a:stretch/>
        </p:blipFill>
        <p:spPr>
          <a:xfrm>
            <a:off x="11054023" y="5751635"/>
            <a:ext cx="505856" cy="576000"/>
          </a:xfrm>
          <a:prstGeom prst="rect">
            <a:avLst/>
          </a:prstGeom>
        </p:spPr>
      </p:pic>
      <p:pic>
        <p:nvPicPr>
          <p:cNvPr id="236" name="图形 235">
            <a:extLst>
              <a:ext uri="{FF2B5EF4-FFF2-40B4-BE49-F238E27FC236}">
                <a16:creationId xmlns:a16="http://schemas.microsoft.com/office/drawing/2014/main" id="{C909B95F-C2F3-2E93-30BB-94290D4C52B1}"/>
              </a:ext>
            </a:extLst>
          </p:cNvPr>
          <p:cNvPicPr>
            <a:picLocks noChangeAspect="1"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rcRect/>
          <a:stretch/>
        </p:blipFill>
        <p:spPr>
          <a:xfrm>
            <a:off x="8404219" y="5073782"/>
            <a:ext cx="539583" cy="539583"/>
          </a:xfrm>
          <a:prstGeom prst="rect">
            <a:avLst/>
          </a:prstGeom>
        </p:spPr>
      </p:pic>
      <p:pic>
        <p:nvPicPr>
          <p:cNvPr id="237" name="图形 236">
            <a:extLst>
              <a:ext uri="{FF2B5EF4-FFF2-40B4-BE49-F238E27FC236}">
                <a16:creationId xmlns:a16="http://schemas.microsoft.com/office/drawing/2014/main" id="{D12B1C2A-6766-0AB8-C036-346B25A7D989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rcRect/>
          <a:stretch/>
        </p:blipFill>
        <p:spPr>
          <a:xfrm>
            <a:off x="8413782" y="6464028"/>
            <a:ext cx="539583" cy="539583"/>
          </a:xfrm>
          <a:prstGeom prst="rect">
            <a:avLst/>
          </a:prstGeom>
        </p:spPr>
      </p:pic>
      <p:pic>
        <p:nvPicPr>
          <p:cNvPr id="238" name="图形 237">
            <a:extLst>
              <a:ext uri="{FF2B5EF4-FFF2-40B4-BE49-F238E27FC236}">
                <a16:creationId xmlns:a16="http://schemas.microsoft.com/office/drawing/2014/main" id="{33E78759-48EF-D00C-27F7-1CD46821AD8F}"/>
              </a:ext>
            </a:extLst>
          </p:cNvPr>
          <p:cNvPicPr>
            <a:picLocks noChangeAspect="1"/>
          </p:cNvPicPr>
          <p:nvPr/>
        </p:nvPicPr>
        <p:blipFill>
          <a:blip r:embed="rId56">
            <a:extLst>
              <a:ext uri="{96DAC541-7B7A-43D3-8B79-37D633B846F1}">
                <asvg:svgBlip xmlns:asvg="http://schemas.microsoft.com/office/drawing/2016/SVG/main" r:embed="rId57"/>
              </a:ext>
            </a:extLst>
          </a:blip>
          <a:srcRect/>
          <a:stretch/>
        </p:blipFill>
        <p:spPr>
          <a:xfrm>
            <a:off x="9055203" y="6464028"/>
            <a:ext cx="539583" cy="539583"/>
          </a:xfrm>
          <a:prstGeom prst="rect">
            <a:avLst/>
          </a:prstGeom>
        </p:spPr>
      </p:pic>
      <p:pic>
        <p:nvPicPr>
          <p:cNvPr id="239" name="图形 238">
            <a:extLst>
              <a:ext uri="{FF2B5EF4-FFF2-40B4-BE49-F238E27FC236}">
                <a16:creationId xmlns:a16="http://schemas.microsoft.com/office/drawing/2014/main" id="{94407832-CA6C-E831-0A21-04C7D9BCA7A3}"/>
              </a:ext>
            </a:extLst>
          </p:cNvPr>
          <p:cNvPicPr>
            <a:picLocks noChangeAspect="1"/>
          </p:cNvPicPr>
          <p:nvPr/>
        </p:nvPicPr>
        <p:blipFill>
          <a:blip r:embed="rId58"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rcRect/>
          <a:stretch/>
        </p:blipFill>
        <p:spPr>
          <a:xfrm>
            <a:off x="11703521" y="5769851"/>
            <a:ext cx="539583" cy="539583"/>
          </a:xfrm>
          <a:prstGeom prst="rect">
            <a:avLst/>
          </a:prstGeom>
        </p:spPr>
      </p:pic>
      <p:sp>
        <p:nvSpPr>
          <p:cNvPr id="240" name="文本框 239">
            <a:extLst>
              <a:ext uri="{FF2B5EF4-FFF2-40B4-BE49-F238E27FC236}">
                <a16:creationId xmlns:a16="http://schemas.microsoft.com/office/drawing/2014/main" id="{EC6894CF-7EB9-634A-99E9-EFBA64268ED9}"/>
              </a:ext>
            </a:extLst>
          </p:cNvPr>
          <p:cNvSpPr txBox="1"/>
          <p:nvPr/>
        </p:nvSpPr>
        <p:spPr>
          <a:xfrm>
            <a:off x="10361162" y="6472202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1" name="文本框 240">
            <a:extLst>
              <a:ext uri="{FF2B5EF4-FFF2-40B4-BE49-F238E27FC236}">
                <a16:creationId xmlns:a16="http://schemas.microsoft.com/office/drawing/2014/main" id="{7747569D-0E27-4187-FA44-CD73950E7428}"/>
              </a:ext>
            </a:extLst>
          </p:cNvPr>
          <p:cNvSpPr txBox="1"/>
          <p:nvPr/>
        </p:nvSpPr>
        <p:spPr>
          <a:xfrm>
            <a:off x="10361162" y="5081956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2" name="文本框 241">
            <a:extLst>
              <a:ext uri="{FF2B5EF4-FFF2-40B4-BE49-F238E27FC236}">
                <a16:creationId xmlns:a16="http://schemas.microsoft.com/office/drawing/2014/main" id="{2E9DDA2E-94AF-B903-B5F6-BC43F84D2CB0}"/>
              </a:ext>
            </a:extLst>
          </p:cNvPr>
          <p:cNvSpPr txBox="1"/>
          <p:nvPr/>
        </p:nvSpPr>
        <p:spPr>
          <a:xfrm>
            <a:off x="13600806" y="5778025"/>
            <a:ext cx="54373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CN" sz="2800" b="1" dirty="0">
                <a:solidFill>
                  <a:schemeClr val="accent6"/>
                </a:solidFill>
                <a:latin typeface="Telugu MN" pitchFamily="2" charset="0"/>
                <a:cs typeface="Telugu MN" pitchFamily="2" charset="0"/>
              </a:rPr>
              <a:t>…</a:t>
            </a:r>
            <a:endParaRPr kumimoji="1" lang="zh-CN" altLang="en-US" sz="2800" b="1" dirty="0">
              <a:solidFill>
                <a:schemeClr val="accent6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43" name="文本框 242">
            <a:extLst>
              <a:ext uri="{FF2B5EF4-FFF2-40B4-BE49-F238E27FC236}">
                <a16:creationId xmlns:a16="http://schemas.microsoft.com/office/drawing/2014/main" id="{5EB3546D-C622-2884-FF7D-6356988CDECD}"/>
              </a:ext>
            </a:extLst>
          </p:cNvPr>
          <p:cNvSpPr txBox="1"/>
          <p:nvPr/>
        </p:nvSpPr>
        <p:spPr>
          <a:xfrm>
            <a:off x="8305177" y="7173360"/>
            <a:ext cx="536725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solidFill>
                  <a:schemeClr val="accent6">
                    <a:lumMod val="75000"/>
                  </a:schemeClr>
                </a:solidFill>
                <a:latin typeface="Telugu MN" pitchFamily="2" charset="0"/>
                <a:cs typeface="Telugu MN" pitchFamily="2" charset="0"/>
              </a:rPr>
              <a:t>Negative Samples</a:t>
            </a:r>
            <a:endParaRPr kumimoji="1" lang="zh-CN" altLang="en-US" sz="3200" dirty="0">
              <a:solidFill>
                <a:schemeClr val="accent6">
                  <a:lumMod val="75000"/>
                </a:schemeClr>
              </a:solidFill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277" name="图形 276" descr="电话">
            <a:extLst>
              <a:ext uri="{FF2B5EF4-FFF2-40B4-BE49-F238E27FC236}">
                <a16:creationId xmlns:a16="http://schemas.microsoft.com/office/drawing/2014/main" id="{8782B05A-C300-CB99-18E7-E0B84C608E95}"/>
              </a:ext>
            </a:extLst>
          </p:cNvPr>
          <p:cNvPicPr>
            <a:picLocks noChangeAspect="1"/>
          </p:cNvPicPr>
          <p:nvPr/>
        </p:nvPicPr>
        <p:blipFill>
          <a:blip r:embed="rId60"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  <a:stretch>
            <a:fillRect/>
          </a:stretch>
        </p:blipFill>
        <p:spPr>
          <a:xfrm>
            <a:off x="9054987" y="5073566"/>
            <a:ext cx="540000" cy="540000"/>
          </a:xfrm>
          <a:prstGeom prst="rect">
            <a:avLst/>
          </a:prstGeom>
        </p:spPr>
      </p:pic>
      <p:pic>
        <p:nvPicPr>
          <p:cNvPr id="278" name="图形 277">
            <a:extLst>
              <a:ext uri="{FF2B5EF4-FFF2-40B4-BE49-F238E27FC236}">
                <a16:creationId xmlns:a16="http://schemas.microsoft.com/office/drawing/2014/main" id="{B29ADB6E-E5D5-64EB-5312-29D529F1074D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12338633" y="5073782"/>
            <a:ext cx="539583" cy="539583"/>
          </a:xfrm>
          <a:prstGeom prst="rect">
            <a:avLst/>
          </a:prstGeom>
        </p:spPr>
      </p:pic>
      <p:pic>
        <p:nvPicPr>
          <p:cNvPr id="279" name="图形 278">
            <a:extLst>
              <a:ext uri="{FF2B5EF4-FFF2-40B4-BE49-F238E27FC236}">
                <a16:creationId xmlns:a16="http://schemas.microsoft.com/office/drawing/2014/main" id="{2A814971-CBB8-A6A4-1D36-E5436F125065}"/>
              </a:ext>
            </a:extLst>
          </p:cNvPr>
          <p:cNvPicPr>
            <a:picLocks noChangeAspect="1"/>
          </p:cNvPicPr>
          <p:nvPr/>
        </p:nvPicPr>
        <p:blipFill>
          <a:blip r:embed="rId64">
            <a:extLst>
              <a:ext uri="{96DAC541-7B7A-43D3-8B79-37D633B846F1}">
                <asvg:svgBlip xmlns:asvg="http://schemas.microsoft.com/office/drawing/2016/SVG/main" r:embed="rId65"/>
              </a:ext>
            </a:extLst>
          </a:blip>
          <a:srcRect/>
          <a:stretch/>
        </p:blipFill>
        <p:spPr>
          <a:xfrm>
            <a:off x="12338633" y="6464028"/>
            <a:ext cx="539583" cy="539583"/>
          </a:xfrm>
          <a:prstGeom prst="rect">
            <a:avLst/>
          </a:prstGeom>
        </p:spPr>
      </p:pic>
      <p:pic>
        <p:nvPicPr>
          <p:cNvPr id="280" name="图形 279">
            <a:extLst>
              <a:ext uri="{FF2B5EF4-FFF2-40B4-BE49-F238E27FC236}">
                <a16:creationId xmlns:a16="http://schemas.microsoft.com/office/drawing/2014/main" id="{648CB380-8357-F5E2-0989-356BB9A4C6F6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12328298" y="5769851"/>
            <a:ext cx="539583" cy="539583"/>
          </a:xfrm>
          <a:prstGeom prst="rect">
            <a:avLst/>
          </a:prstGeom>
        </p:spPr>
      </p:pic>
      <p:sp>
        <p:nvSpPr>
          <p:cNvPr id="281" name="文本框 280">
            <a:extLst>
              <a:ext uri="{FF2B5EF4-FFF2-40B4-BE49-F238E27FC236}">
                <a16:creationId xmlns:a16="http://schemas.microsoft.com/office/drawing/2014/main" id="{BCDC9C76-86F5-6C1E-154D-DA19D108AC32}"/>
              </a:ext>
            </a:extLst>
          </p:cNvPr>
          <p:cNvSpPr txBox="1"/>
          <p:nvPr/>
        </p:nvSpPr>
        <p:spPr>
          <a:xfrm>
            <a:off x="14322430" y="6252487"/>
            <a:ext cx="390186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Serve</a:t>
            </a:r>
            <a:r>
              <a:rPr kumimoji="1" lang="zh-CN" altLang="en-US" sz="3200" dirty="0">
                <a:latin typeface="Telugu MN" pitchFamily="2" charset="0"/>
                <a:cs typeface="Telugu MN" pitchFamily="2" charset="0"/>
              </a:rPr>
              <a:t> </a:t>
            </a:r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as potential negative signals</a:t>
            </a:r>
            <a:endParaRPr kumimoji="1" lang="zh-CN" altLang="en-US" sz="32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2" name="文本框 281">
            <a:extLst>
              <a:ext uri="{FF2B5EF4-FFF2-40B4-BE49-F238E27FC236}">
                <a16:creationId xmlns:a16="http://schemas.microsoft.com/office/drawing/2014/main" id="{B524F495-CBBD-F30A-9C11-7FA84B069140}"/>
              </a:ext>
            </a:extLst>
          </p:cNvPr>
          <p:cNvSpPr txBox="1"/>
          <p:nvPr/>
        </p:nvSpPr>
        <p:spPr>
          <a:xfrm>
            <a:off x="5335118" y="335420"/>
            <a:ext cx="299621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Collect from</a:t>
            </a:r>
          </a:p>
          <a:p>
            <a:pPr algn="ctr"/>
            <a:r>
              <a:rPr kumimoji="1" lang="en-US" altLang="zh-CN" sz="3200" b="1" dirty="0">
                <a:latin typeface="Telugu MN" pitchFamily="2" charset="0"/>
                <a:cs typeface="Telugu MN" pitchFamily="2" charset="0"/>
              </a:rPr>
              <a:t>real</a:t>
            </a:r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 behaviors</a:t>
            </a:r>
            <a:endParaRPr kumimoji="1" lang="zh-CN" altLang="en-US" sz="32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283" name="文本框 282">
            <a:extLst>
              <a:ext uri="{FF2B5EF4-FFF2-40B4-BE49-F238E27FC236}">
                <a16:creationId xmlns:a16="http://schemas.microsoft.com/office/drawing/2014/main" id="{713EC5D9-5C1B-E69B-7DE5-EF7E51B19E92}"/>
              </a:ext>
            </a:extLst>
          </p:cNvPr>
          <p:cNvSpPr txBox="1"/>
          <p:nvPr/>
        </p:nvSpPr>
        <p:spPr>
          <a:xfrm>
            <a:off x="5298344" y="4004770"/>
            <a:ext cx="3820763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Select with</a:t>
            </a:r>
          </a:p>
          <a:p>
            <a:pPr algn="ctr"/>
            <a:r>
              <a:rPr kumimoji="1" lang="en-US" altLang="zh-CN" sz="3200" dirty="0">
                <a:latin typeface="Telugu MN" pitchFamily="2" charset="0"/>
                <a:cs typeface="Telugu MN" pitchFamily="2" charset="0"/>
              </a:rPr>
              <a:t>diverse </a:t>
            </a:r>
            <a:r>
              <a:rPr kumimoji="1" lang="en-US" altLang="zh-CN" sz="3200" b="1" dirty="0">
                <a:latin typeface="Telugu MN" pitchFamily="2" charset="0"/>
                <a:cs typeface="Telugu MN" pitchFamily="2" charset="0"/>
              </a:rPr>
              <a:t>strategies</a:t>
            </a:r>
            <a:endParaRPr kumimoji="1" lang="zh-CN" altLang="en-US" sz="3200" b="1" dirty="0">
              <a:latin typeface="Telugu MN" pitchFamily="2" charset="0"/>
              <a:cs typeface="Telugu MN" pitchFamily="2" charset="0"/>
            </a:endParaRPr>
          </a:p>
        </p:txBody>
      </p:sp>
      <p:pic>
        <p:nvPicPr>
          <p:cNvPr id="1067" name="图形 1066" descr="无茎花朵">
            <a:extLst>
              <a:ext uri="{FF2B5EF4-FFF2-40B4-BE49-F238E27FC236}">
                <a16:creationId xmlns:a16="http://schemas.microsoft.com/office/drawing/2014/main" id="{59403D05-BDE4-CBC2-8A78-B9CBDF11ED07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tretch>
            <a:fillRect/>
          </a:stretch>
        </p:blipFill>
        <p:spPr>
          <a:xfrm>
            <a:off x="9693238" y="5769635"/>
            <a:ext cx="540000" cy="540000"/>
          </a:xfrm>
          <a:prstGeom prst="rect">
            <a:avLst/>
          </a:prstGeom>
        </p:spPr>
      </p:pic>
      <p:pic>
        <p:nvPicPr>
          <p:cNvPr id="1071" name="图形 1070" descr="太阳镜">
            <a:extLst>
              <a:ext uri="{FF2B5EF4-FFF2-40B4-BE49-F238E27FC236}">
                <a16:creationId xmlns:a16="http://schemas.microsoft.com/office/drawing/2014/main" id="{F69FE092-383C-5ED5-9FBD-B889CAFB6E7F}"/>
              </a:ext>
            </a:extLst>
          </p:cNvPr>
          <p:cNvPicPr>
            <a:picLocks noChangeAspect="1"/>
          </p:cNvPicPr>
          <p:nvPr/>
        </p:nvPicPr>
        <p:blipFill>
          <a:blip r:embed="rId70">
            <a:extLst>
              <a:ext uri="{96DAC541-7B7A-43D3-8B79-37D633B846F1}">
                <asvg:svgBlip xmlns:asvg="http://schemas.microsoft.com/office/drawing/2016/SVG/main" r:embed="rId71"/>
              </a:ext>
            </a:extLst>
          </a:blip>
          <a:stretch>
            <a:fillRect/>
          </a:stretch>
        </p:blipFill>
        <p:spPr>
          <a:xfrm>
            <a:off x="12968895" y="6463812"/>
            <a:ext cx="540000" cy="540000"/>
          </a:xfrm>
          <a:prstGeom prst="rect">
            <a:avLst/>
          </a:prstGeom>
        </p:spPr>
      </p:pic>
      <p:pic>
        <p:nvPicPr>
          <p:cNvPr id="1073" name="图形 1072" descr="甜甜圈">
            <a:extLst>
              <a:ext uri="{FF2B5EF4-FFF2-40B4-BE49-F238E27FC236}">
                <a16:creationId xmlns:a16="http://schemas.microsoft.com/office/drawing/2014/main" id="{2BF0ED51-0DFC-EA15-CCC7-A036E6572D76}"/>
              </a:ext>
            </a:extLst>
          </p:cNvPr>
          <p:cNvPicPr>
            <a:picLocks noChangeAspect="1"/>
          </p:cNvPicPr>
          <p:nvPr/>
        </p:nvPicPr>
        <p:blipFill>
          <a:blip r:embed="rId72">
            <a:extLst>
              <a:ext uri="{96DAC541-7B7A-43D3-8B79-37D633B846F1}">
                <asvg:svgBlip xmlns:asvg="http://schemas.microsoft.com/office/drawing/2016/SVG/main" r:embed="rId73"/>
              </a:ext>
            </a:extLst>
          </a:blip>
          <a:stretch>
            <a:fillRect/>
          </a:stretch>
        </p:blipFill>
        <p:spPr>
          <a:xfrm>
            <a:off x="9693238" y="6463812"/>
            <a:ext cx="540000" cy="540000"/>
          </a:xfrm>
          <a:prstGeom prst="rect">
            <a:avLst/>
          </a:prstGeom>
        </p:spPr>
      </p:pic>
      <p:pic>
        <p:nvPicPr>
          <p:cNvPr id="1075" name="图形 1074" descr="曲别针">
            <a:extLst>
              <a:ext uri="{FF2B5EF4-FFF2-40B4-BE49-F238E27FC236}">
                <a16:creationId xmlns:a16="http://schemas.microsoft.com/office/drawing/2014/main" id="{896669AB-F64A-F03B-387E-FB3A7BD8E921}"/>
              </a:ext>
            </a:extLst>
          </p:cNvPr>
          <p:cNvPicPr>
            <a:picLocks noChangeAspect="1"/>
          </p:cNvPicPr>
          <p:nvPr/>
        </p:nvPicPr>
        <p:blipFill>
          <a:blip r:embed="rId74">
            <a:extLst>
              <a:ext uri="{96DAC541-7B7A-43D3-8B79-37D633B846F1}">
                <asvg:svgBlip xmlns:asvg="http://schemas.microsoft.com/office/drawing/2016/SVG/main" r:embed="rId75"/>
              </a:ext>
            </a:extLst>
          </a:blip>
          <a:stretch>
            <a:fillRect/>
          </a:stretch>
        </p:blipFill>
        <p:spPr>
          <a:xfrm>
            <a:off x="12963403" y="5073566"/>
            <a:ext cx="540000" cy="540000"/>
          </a:xfrm>
          <a:prstGeom prst="rect">
            <a:avLst/>
          </a:prstGeom>
        </p:spPr>
      </p:pic>
      <p:pic>
        <p:nvPicPr>
          <p:cNvPr id="1077" name="图形 1076" descr="游戏控制器">
            <a:extLst>
              <a:ext uri="{FF2B5EF4-FFF2-40B4-BE49-F238E27FC236}">
                <a16:creationId xmlns:a16="http://schemas.microsoft.com/office/drawing/2014/main" id="{FDD0122F-B17A-ADF0-E1F2-3BFE7CAA4137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tretch>
            <a:fillRect/>
          </a:stretch>
        </p:blipFill>
        <p:spPr>
          <a:xfrm>
            <a:off x="9707853" y="5073566"/>
            <a:ext cx="540000" cy="540000"/>
          </a:xfrm>
          <a:prstGeom prst="rect">
            <a:avLst/>
          </a:prstGeom>
        </p:spPr>
      </p:pic>
      <p:pic>
        <p:nvPicPr>
          <p:cNvPr id="1079" name="图形 1078" descr="菱形">
            <a:extLst>
              <a:ext uri="{FF2B5EF4-FFF2-40B4-BE49-F238E27FC236}">
                <a16:creationId xmlns:a16="http://schemas.microsoft.com/office/drawing/2014/main" id="{CACE3B6A-2918-2DCF-54F6-7C4599337868}"/>
              </a:ext>
            </a:extLst>
          </p:cNvPr>
          <p:cNvPicPr>
            <a:picLocks noChangeAspect="1"/>
          </p:cNvPicPr>
          <p:nvPr/>
        </p:nvPicPr>
        <p:blipFill>
          <a:blip r:embed="rId78">
            <a:extLst>
              <a:ext uri="{96DAC541-7B7A-43D3-8B79-37D633B846F1}">
                <asvg:svgBlip xmlns:asvg="http://schemas.microsoft.com/office/drawing/2016/SVG/main" r:embed="rId79"/>
              </a:ext>
            </a:extLst>
          </a:blip>
          <a:stretch>
            <a:fillRect/>
          </a:stretch>
        </p:blipFill>
        <p:spPr>
          <a:xfrm>
            <a:off x="12964238" y="5769635"/>
            <a:ext cx="540000" cy="540000"/>
          </a:xfrm>
          <a:prstGeom prst="rect">
            <a:avLst/>
          </a:prstGeom>
        </p:spPr>
      </p:pic>
      <p:sp>
        <p:nvSpPr>
          <p:cNvPr id="305" name="文本框 304">
            <a:extLst>
              <a:ext uri="{FF2B5EF4-FFF2-40B4-BE49-F238E27FC236}">
                <a16:creationId xmlns:a16="http://schemas.microsoft.com/office/drawing/2014/main" id="{B6CE2483-1B1D-2F11-677A-0910446CA12F}"/>
              </a:ext>
            </a:extLst>
          </p:cNvPr>
          <p:cNvSpPr txBox="1"/>
          <p:nvPr/>
        </p:nvSpPr>
        <p:spPr>
          <a:xfrm>
            <a:off x="19041556" y="5984922"/>
            <a:ext cx="4406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Optimization Procedure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61B6FCC7-7A69-D566-0A77-83FF2B61CA3C}"/>
              </a:ext>
            </a:extLst>
          </p:cNvPr>
          <p:cNvGrpSpPr/>
          <p:nvPr/>
        </p:nvGrpSpPr>
        <p:grpSpPr>
          <a:xfrm>
            <a:off x="19811280" y="579515"/>
            <a:ext cx="2829621" cy="814775"/>
            <a:chOff x="15715240" y="1416037"/>
            <a:chExt cx="2829621" cy="814775"/>
          </a:xfrm>
        </p:grpSpPr>
        <p:sp>
          <p:nvSpPr>
            <p:cNvPr id="159" name="圆角矩形 158">
              <a:extLst>
                <a:ext uri="{FF2B5EF4-FFF2-40B4-BE49-F238E27FC236}">
                  <a16:creationId xmlns:a16="http://schemas.microsoft.com/office/drawing/2014/main" id="{666053DF-3E76-EBD2-C33D-29AC5C8CA7B8}"/>
                </a:ext>
              </a:extLst>
            </p:cNvPr>
            <p:cNvSpPr/>
            <p:nvPr/>
          </p:nvSpPr>
          <p:spPr>
            <a:xfrm>
              <a:off x="15722446" y="1416037"/>
              <a:ext cx="2811873" cy="787731"/>
            </a:xfrm>
            <a:prstGeom prst="roundRect">
              <a:avLst/>
            </a:prstGeom>
            <a:solidFill>
              <a:srgbClr val="7030A0">
                <a:alpha val="33333"/>
              </a:srgbClr>
            </a:solidFill>
            <a:ln w="76200"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 sz="4400" dirty="0">
                <a:solidFill>
                  <a:schemeClr val="tx1"/>
                </a:solidFill>
                <a:latin typeface="Telugu MN" pitchFamily="2" charset="0"/>
                <a:cs typeface="Telugu MN" pitchFamily="2" charset="0"/>
              </a:endParaRPr>
            </a:p>
          </p:txBody>
        </p:sp>
        <p:sp>
          <p:nvSpPr>
            <p:cNvPr id="160" name="文本框 159">
              <a:extLst>
                <a:ext uri="{FF2B5EF4-FFF2-40B4-BE49-F238E27FC236}">
                  <a16:creationId xmlns:a16="http://schemas.microsoft.com/office/drawing/2014/main" id="{2650B7ED-73FD-4CD8-793C-E75E5462DEBC}"/>
                </a:ext>
              </a:extLst>
            </p:cNvPr>
            <p:cNvSpPr txBox="1"/>
            <p:nvPr/>
          </p:nvSpPr>
          <p:spPr>
            <a:xfrm>
              <a:off x="15715240" y="1584481"/>
              <a:ext cx="282962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kumimoji="1" lang="en-US" altLang="zh-CN" sz="3600" dirty="0">
                  <a:latin typeface="Telugu MN" pitchFamily="2" charset="0"/>
                  <a:cs typeface="Telugu MN" pitchFamily="2" charset="0"/>
                </a:rPr>
                <a:t>RecSys Loss</a:t>
              </a:r>
              <a:endParaRPr kumimoji="1" lang="zh-CN" altLang="en-US" sz="3600" dirty="0">
                <a:latin typeface="Telugu MN" pitchFamily="2" charset="0"/>
                <a:cs typeface="Telugu MN" pitchFamily="2" charset="0"/>
              </a:endParaRPr>
            </a:p>
          </p:txBody>
        </p:sp>
      </p:grpSp>
      <p:cxnSp>
        <p:nvCxnSpPr>
          <p:cNvPr id="7" name="直线连接符 6">
            <a:extLst>
              <a:ext uri="{FF2B5EF4-FFF2-40B4-BE49-F238E27FC236}">
                <a16:creationId xmlns:a16="http://schemas.microsoft.com/office/drawing/2014/main" id="{19FC6E6E-2B08-C627-8391-69D27C70A86B}"/>
              </a:ext>
            </a:extLst>
          </p:cNvPr>
          <p:cNvCxnSpPr>
            <a:cxnSpLocks/>
          </p:cNvCxnSpPr>
          <p:nvPr/>
        </p:nvCxnSpPr>
        <p:spPr>
          <a:xfrm flipH="1">
            <a:off x="19095515" y="1280224"/>
            <a:ext cx="739236" cy="400146"/>
          </a:xfrm>
          <a:prstGeom prst="line">
            <a:avLst/>
          </a:prstGeom>
          <a:ln w="38100" cap="rnd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直线连接符 163">
            <a:extLst>
              <a:ext uri="{FF2B5EF4-FFF2-40B4-BE49-F238E27FC236}">
                <a16:creationId xmlns:a16="http://schemas.microsoft.com/office/drawing/2014/main" id="{84DD91E3-3492-F140-3D99-7B95974F91DD}"/>
              </a:ext>
            </a:extLst>
          </p:cNvPr>
          <p:cNvCxnSpPr>
            <a:cxnSpLocks/>
          </p:cNvCxnSpPr>
          <p:nvPr/>
        </p:nvCxnSpPr>
        <p:spPr>
          <a:xfrm>
            <a:off x="22634098" y="1280224"/>
            <a:ext cx="777800" cy="407305"/>
          </a:xfrm>
          <a:prstGeom prst="line">
            <a:avLst/>
          </a:prstGeom>
          <a:ln w="38100" cap="rnd">
            <a:solidFill>
              <a:srgbClr val="7030A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4" name="Picture 34">
            <a:extLst>
              <a:ext uri="{FF2B5EF4-FFF2-40B4-BE49-F238E27FC236}">
                <a16:creationId xmlns:a16="http://schemas.microsoft.com/office/drawing/2014/main" id="{5C003352-ED19-257A-3A67-8C1072BF4E7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46326" y="2144504"/>
            <a:ext cx="576000" cy="576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6" name="图形 205">
            <a:extLst>
              <a:ext uri="{FF2B5EF4-FFF2-40B4-BE49-F238E27FC236}">
                <a16:creationId xmlns:a16="http://schemas.microsoft.com/office/drawing/2014/main" id="{0365DC2D-3A35-CCA4-4BA2-1E9F5E819277}"/>
              </a:ext>
            </a:extLst>
          </p:cNvPr>
          <p:cNvPicPr>
            <a:picLocks noChangeAspect="1"/>
          </p:cNvPicPr>
          <p:nvPr/>
        </p:nvPicPr>
        <p:blipFill>
          <a:blip r:embed="rId68">
            <a:extLst>
              <a:ext uri="{96DAC541-7B7A-43D3-8B79-37D633B846F1}">
                <asvg:svgBlip xmlns:asvg="http://schemas.microsoft.com/office/drawing/2016/SVG/main" r:embed="rId69"/>
              </a:ext>
            </a:extLst>
          </a:blip>
          <a:srcRect/>
          <a:stretch/>
        </p:blipFill>
        <p:spPr>
          <a:xfrm>
            <a:off x="22641072" y="4816079"/>
            <a:ext cx="539583" cy="539583"/>
          </a:xfrm>
          <a:prstGeom prst="rect">
            <a:avLst/>
          </a:prstGeom>
        </p:spPr>
      </p:pic>
      <p:pic>
        <p:nvPicPr>
          <p:cNvPr id="212" name="图形 211">
            <a:extLst>
              <a:ext uri="{FF2B5EF4-FFF2-40B4-BE49-F238E27FC236}">
                <a16:creationId xmlns:a16="http://schemas.microsoft.com/office/drawing/2014/main" id="{C54A9A5A-1F30-A9FB-17B1-E761E2E366DE}"/>
              </a:ext>
            </a:extLst>
          </p:cNvPr>
          <p:cNvPicPr>
            <a:picLocks noChangeAspect="1"/>
          </p:cNvPicPr>
          <p:nvPr/>
        </p:nvPicPr>
        <p:blipFill>
          <a:blip r:embed="rId62"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  <a:srcRect/>
          <a:stretch/>
        </p:blipFill>
        <p:spPr>
          <a:xfrm>
            <a:off x="22617785" y="2162718"/>
            <a:ext cx="539583" cy="539583"/>
          </a:xfrm>
          <a:prstGeom prst="rect">
            <a:avLst/>
          </a:prstGeom>
        </p:spPr>
      </p:pic>
      <p:pic>
        <p:nvPicPr>
          <p:cNvPr id="215" name="图片 214">
            <a:extLst>
              <a:ext uri="{FF2B5EF4-FFF2-40B4-BE49-F238E27FC236}">
                <a16:creationId xmlns:a16="http://schemas.microsoft.com/office/drawing/2014/main" id="{F6A1658F-034A-2B84-E9DA-6C8F8FC59428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984" r="58083" b="52922"/>
          <a:stretch/>
        </p:blipFill>
        <p:spPr>
          <a:xfrm>
            <a:off x="21990761" y="4056130"/>
            <a:ext cx="521840" cy="576000"/>
          </a:xfrm>
          <a:prstGeom prst="rect">
            <a:avLst/>
          </a:prstGeom>
        </p:spPr>
      </p:pic>
      <p:pic>
        <p:nvPicPr>
          <p:cNvPr id="217" name="图片 216">
            <a:extLst>
              <a:ext uri="{FF2B5EF4-FFF2-40B4-BE49-F238E27FC236}">
                <a16:creationId xmlns:a16="http://schemas.microsoft.com/office/drawing/2014/main" id="{26256F34-C76F-C230-1ADD-8F11FFE430E9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57202" t="52503"/>
          <a:stretch/>
        </p:blipFill>
        <p:spPr>
          <a:xfrm>
            <a:off x="21981398" y="2817127"/>
            <a:ext cx="505856" cy="576000"/>
          </a:xfrm>
          <a:prstGeom prst="rect">
            <a:avLst/>
          </a:prstGeom>
        </p:spPr>
      </p:pic>
      <p:pic>
        <p:nvPicPr>
          <p:cNvPr id="226" name="图形 225">
            <a:extLst>
              <a:ext uri="{FF2B5EF4-FFF2-40B4-BE49-F238E27FC236}">
                <a16:creationId xmlns:a16="http://schemas.microsoft.com/office/drawing/2014/main" id="{D61DB790-95B6-D227-A2E6-C548051480D3}"/>
              </a:ext>
            </a:extLst>
          </p:cNvPr>
          <p:cNvPicPr>
            <a:picLocks noChangeAspect="1"/>
          </p:cNvPicPr>
          <p:nvPr/>
        </p:nvPicPr>
        <p:blipFill>
          <a:blip r:embed="rId76">
            <a:extLst>
              <a:ext uri="{96DAC541-7B7A-43D3-8B79-37D633B846F1}">
                <asvg:svgBlip xmlns:asvg="http://schemas.microsoft.com/office/drawing/2016/SVG/main" r:embed="rId77"/>
              </a:ext>
            </a:extLst>
          </a:blip>
          <a:srcRect/>
          <a:stretch/>
        </p:blipFill>
        <p:spPr>
          <a:xfrm>
            <a:off x="22641072" y="4122188"/>
            <a:ext cx="539583" cy="539583"/>
          </a:xfrm>
          <a:prstGeom prst="rect">
            <a:avLst/>
          </a:prstGeom>
        </p:spPr>
      </p:pic>
      <p:pic>
        <p:nvPicPr>
          <p:cNvPr id="246" name="图形 245">
            <a:extLst>
              <a:ext uri="{FF2B5EF4-FFF2-40B4-BE49-F238E27FC236}">
                <a16:creationId xmlns:a16="http://schemas.microsoft.com/office/drawing/2014/main" id="{6F638480-B578-D326-B81D-5C0A0534304A}"/>
              </a:ext>
            </a:extLst>
          </p:cNvPr>
          <p:cNvPicPr>
            <a:picLocks noChangeAspect="1"/>
          </p:cNvPicPr>
          <p:nvPr/>
        </p:nvPicPr>
        <p:blipFill>
          <a:blip r:embed="rId66">
            <a:extLst>
              <a:ext uri="{96DAC541-7B7A-43D3-8B79-37D633B846F1}">
                <asvg:svgBlip xmlns:asvg="http://schemas.microsoft.com/office/drawing/2016/SVG/main" r:embed="rId67"/>
              </a:ext>
            </a:extLst>
          </a:blip>
          <a:srcRect/>
          <a:stretch/>
        </p:blipFill>
        <p:spPr>
          <a:xfrm>
            <a:off x="22607450" y="2835341"/>
            <a:ext cx="539583" cy="539583"/>
          </a:xfrm>
          <a:prstGeom prst="rect">
            <a:avLst/>
          </a:prstGeom>
        </p:spPr>
      </p:pic>
      <p:sp>
        <p:nvSpPr>
          <p:cNvPr id="253" name="燕尾形 252">
            <a:extLst>
              <a:ext uri="{FF2B5EF4-FFF2-40B4-BE49-F238E27FC236}">
                <a16:creationId xmlns:a16="http://schemas.microsoft.com/office/drawing/2014/main" id="{3DE026B1-FEC5-757A-F725-02ED3E8CAFE2}"/>
              </a:ext>
            </a:extLst>
          </p:cNvPr>
          <p:cNvSpPr>
            <a:spLocks noChangeAspect="1"/>
          </p:cNvSpPr>
          <p:nvPr/>
        </p:nvSpPr>
        <p:spPr>
          <a:xfrm>
            <a:off x="21016536" y="4918291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>
              <a:solidFill>
                <a:schemeClr val="tx1"/>
              </a:solidFill>
            </a:endParaRPr>
          </a:p>
        </p:txBody>
      </p:sp>
      <p:sp>
        <p:nvSpPr>
          <p:cNvPr id="255" name="燕尾形 254">
            <a:extLst>
              <a:ext uri="{FF2B5EF4-FFF2-40B4-BE49-F238E27FC236}">
                <a16:creationId xmlns:a16="http://schemas.microsoft.com/office/drawing/2014/main" id="{924C5D94-744B-D437-8955-4B4A8A7DFEB9}"/>
              </a:ext>
            </a:extLst>
          </p:cNvPr>
          <p:cNvSpPr>
            <a:spLocks noChangeAspect="1"/>
          </p:cNvSpPr>
          <p:nvPr/>
        </p:nvSpPr>
        <p:spPr>
          <a:xfrm>
            <a:off x="21150587" y="2373233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56" name="燕尾形 255">
            <a:extLst>
              <a:ext uri="{FF2B5EF4-FFF2-40B4-BE49-F238E27FC236}">
                <a16:creationId xmlns:a16="http://schemas.microsoft.com/office/drawing/2014/main" id="{05148730-D1E7-BABA-9183-B09AA0D30049}"/>
              </a:ext>
            </a:extLst>
          </p:cNvPr>
          <p:cNvSpPr>
            <a:spLocks noChangeAspect="1"/>
          </p:cNvSpPr>
          <p:nvPr/>
        </p:nvSpPr>
        <p:spPr>
          <a:xfrm>
            <a:off x="21150587" y="3036016"/>
            <a:ext cx="205957" cy="250437"/>
          </a:xfrm>
          <a:prstGeom prst="chevron">
            <a:avLst>
              <a:gd name="adj" fmla="val 64976"/>
            </a:avLst>
          </a:prstGeom>
          <a:solidFill>
            <a:srgbClr val="7030A0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1E026A3E-A06B-2574-1563-DABEB5CA1B63}"/>
                  </a:ext>
                </a:extLst>
              </p:cNvPr>
              <p:cNvSpPr txBox="1"/>
              <p:nvPr/>
            </p:nvSpPr>
            <p:spPr>
              <a:xfrm>
                <a:off x="20123209" y="4806724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59" name="文本框 258">
                <a:extLst>
                  <a:ext uri="{FF2B5EF4-FFF2-40B4-BE49-F238E27FC236}">
                    <a16:creationId xmlns:a16="http://schemas.microsoft.com/office/drawing/2014/main" id="{1E026A3E-A06B-2574-1563-DABEB5CA1B6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23209" y="4806724"/>
                <a:ext cx="177933" cy="492443"/>
              </a:xfrm>
              <a:prstGeom prst="rect">
                <a:avLst/>
              </a:prstGeom>
              <a:blipFill>
                <a:blip r:embed="rId8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54AE2ED6-1344-94C6-E285-EE6317ED1E11}"/>
                  </a:ext>
                </a:extLst>
              </p:cNvPr>
              <p:cNvSpPr txBox="1"/>
              <p:nvPr/>
            </p:nvSpPr>
            <p:spPr>
              <a:xfrm>
                <a:off x="20192989" y="2277542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61" name="文本框 260">
                <a:extLst>
                  <a:ext uri="{FF2B5EF4-FFF2-40B4-BE49-F238E27FC236}">
                    <a16:creationId xmlns:a16="http://schemas.microsoft.com/office/drawing/2014/main" id="{54AE2ED6-1344-94C6-E285-EE6317ED1E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989" y="2277542"/>
                <a:ext cx="177933" cy="492443"/>
              </a:xfrm>
              <a:prstGeom prst="rect">
                <a:avLst/>
              </a:prstGeom>
              <a:blipFill>
                <a:blip r:embed="rId8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B7E7C1B3-AB77-C140-AAA3-D2F87CD3BF9F}"/>
                  </a:ext>
                </a:extLst>
              </p:cNvPr>
              <p:cNvSpPr txBox="1"/>
              <p:nvPr/>
            </p:nvSpPr>
            <p:spPr>
              <a:xfrm>
                <a:off x="20192989" y="2946113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62" name="文本框 261">
                <a:extLst>
                  <a:ext uri="{FF2B5EF4-FFF2-40B4-BE49-F238E27FC236}">
                    <a16:creationId xmlns:a16="http://schemas.microsoft.com/office/drawing/2014/main" id="{B7E7C1B3-AB77-C140-AAA3-D2F87CD3BF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989" y="2946113"/>
                <a:ext cx="177933" cy="492443"/>
              </a:xfrm>
              <a:prstGeom prst="rect">
                <a:avLst/>
              </a:prstGeom>
              <a:blipFill>
                <a:blip r:embed="rId8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5" name="文本框 264">
                <a:extLst>
                  <a:ext uri="{FF2B5EF4-FFF2-40B4-BE49-F238E27FC236}">
                    <a16:creationId xmlns:a16="http://schemas.microsoft.com/office/drawing/2014/main" id="{5D550A8B-C8B0-3D49-BE65-269EFD886BBB}"/>
                  </a:ext>
                </a:extLst>
              </p:cNvPr>
              <p:cNvSpPr txBox="1"/>
              <p:nvPr/>
            </p:nvSpPr>
            <p:spPr>
              <a:xfrm>
                <a:off x="22499651" y="4147347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65" name="文本框 264">
                <a:extLst>
                  <a:ext uri="{FF2B5EF4-FFF2-40B4-BE49-F238E27FC236}">
                    <a16:creationId xmlns:a16="http://schemas.microsoft.com/office/drawing/2014/main" id="{5D550A8B-C8B0-3D49-BE65-269EFD886B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9651" y="4147347"/>
                <a:ext cx="177933" cy="492443"/>
              </a:xfrm>
              <a:prstGeom prst="rect">
                <a:avLst/>
              </a:prstGeom>
              <a:blipFill>
                <a:blip r:embed="rId83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83FE0D14-3D4A-2245-2C5C-21309CF11DBA}"/>
                  </a:ext>
                </a:extLst>
              </p:cNvPr>
              <p:cNvSpPr txBox="1"/>
              <p:nvPr/>
            </p:nvSpPr>
            <p:spPr>
              <a:xfrm>
                <a:off x="22467084" y="2277542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67" name="文本框 266">
                <a:extLst>
                  <a:ext uri="{FF2B5EF4-FFF2-40B4-BE49-F238E27FC236}">
                    <a16:creationId xmlns:a16="http://schemas.microsoft.com/office/drawing/2014/main" id="{83FE0D14-3D4A-2245-2C5C-21309CF11DB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7084" y="2277542"/>
                <a:ext cx="177933" cy="492443"/>
              </a:xfrm>
              <a:prstGeom prst="rect">
                <a:avLst/>
              </a:prstGeom>
              <a:blipFill>
                <a:blip r:embed="rId81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BB325D6D-CDD9-E4FF-C81C-BA09452DDF4C}"/>
                  </a:ext>
                </a:extLst>
              </p:cNvPr>
              <p:cNvSpPr txBox="1"/>
              <p:nvPr/>
            </p:nvSpPr>
            <p:spPr>
              <a:xfrm>
                <a:off x="22467084" y="2946113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68" name="文本框 267">
                <a:extLst>
                  <a:ext uri="{FF2B5EF4-FFF2-40B4-BE49-F238E27FC236}">
                    <a16:creationId xmlns:a16="http://schemas.microsoft.com/office/drawing/2014/main" id="{BB325D6D-CDD9-E4FF-C81C-BA09452DDF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67084" y="2946113"/>
                <a:ext cx="177933" cy="492443"/>
              </a:xfrm>
              <a:prstGeom prst="rect">
                <a:avLst/>
              </a:prstGeom>
              <a:blipFill>
                <a:blip r:embed="rId82"/>
                <a:stretch>
                  <a:fillRect l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CF4C31E1-7A3D-FEAD-935B-8E13D5E87ECC}"/>
                  </a:ext>
                </a:extLst>
              </p:cNvPr>
              <p:cNvSpPr txBox="1"/>
              <p:nvPr/>
            </p:nvSpPr>
            <p:spPr>
              <a:xfrm>
                <a:off x="22499651" y="4843838"/>
                <a:ext cx="177933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kumimoji="1"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400" dirty="0"/>
              </a:p>
            </p:txBody>
          </p:sp>
        </mc:Choice>
        <mc:Fallback>
          <p:sp>
            <p:nvSpPr>
              <p:cNvPr id="270" name="文本框 269">
                <a:extLst>
                  <a:ext uri="{FF2B5EF4-FFF2-40B4-BE49-F238E27FC236}">
                    <a16:creationId xmlns:a16="http://schemas.microsoft.com/office/drawing/2014/main" id="{CF4C31E1-7A3D-FEAD-935B-8E13D5E87E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99651" y="4843838"/>
                <a:ext cx="177933" cy="492443"/>
              </a:xfrm>
              <a:prstGeom prst="rect">
                <a:avLst/>
              </a:prstGeom>
              <a:blipFill>
                <a:blip r:embed="rId84"/>
                <a:stretch>
                  <a:fillRect r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圆角矩形 7">
            <a:extLst>
              <a:ext uri="{FF2B5EF4-FFF2-40B4-BE49-F238E27FC236}">
                <a16:creationId xmlns:a16="http://schemas.microsoft.com/office/drawing/2014/main" id="{6496A0E0-A763-1941-ED80-3B6DDB3D2220}"/>
              </a:ext>
            </a:extLst>
          </p:cNvPr>
          <p:cNvSpPr/>
          <p:nvPr/>
        </p:nvSpPr>
        <p:spPr>
          <a:xfrm>
            <a:off x="14354716" y="2976011"/>
            <a:ext cx="3614999" cy="1260000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 w="7620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dirty="0">
              <a:solidFill>
                <a:schemeClr val="tx1"/>
              </a:solidFill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1068D63-DC1C-A50A-2513-B187F5C08843}"/>
              </a:ext>
            </a:extLst>
          </p:cNvPr>
          <p:cNvSpPr txBox="1"/>
          <p:nvPr/>
        </p:nvSpPr>
        <p:spPr>
          <a:xfrm>
            <a:off x="14420578" y="3399725"/>
            <a:ext cx="34708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kumimoji="1" lang="en-US" altLang="zh-CN" sz="3600" dirty="0">
                <a:latin typeface="Telugu MN" pitchFamily="2" charset="0"/>
                <a:cs typeface="Telugu MN" pitchFamily="2" charset="0"/>
              </a:rPr>
              <a:t>Recommender</a:t>
            </a:r>
            <a:endParaRPr kumimoji="1" lang="zh-CN" altLang="en-US" sz="36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16" name="燕尾形箭头 15">
            <a:extLst>
              <a:ext uri="{FF2B5EF4-FFF2-40B4-BE49-F238E27FC236}">
                <a16:creationId xmlns:a16="http://schemas.microsoft.com/office/drawing/2014/main" id="{D212EC46-46ED-4595-0706-793B16B68F34}"/>
              </a:ext>
            </a:extLst>
          </p:cNvPr>
          <p:cNvSpPr>
            <a:spLocks noChangeAspect="1"/>
          </p:cNvSpPr>
          <p:nvPr/>
        </p:nvSpPr>
        <p:spPr>
          <a:xfrm rot="5400000">
            <a:off x="10709804" y="4284606"/>
            <a:ext cx="552586" cy="721439"/>
          </a:xfrm>
          <a:prstGeom prst="notchedRightArrow">
            <a:avLst/>
          </a:prstGeom>
          <a:solidFill>
            <a:schemeClr val="accent6">
              <a:lumMod val="20000"/>
              <a:lumOff val="80000"/>
            </a:schemeClr>
          </a:solidFill>
          <a:ln w="5715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7" name="圆角右箭头 16">
            <a:extLst>
              <a:ext uri="{FF2B5EF4-FFF2-40B4-BE49-F238E27FC236}">
                <a16:creationId xmlns:a16="http://schemas.microsoft.com/office/drawing/2014/main" id="{C2010BB3-C671-2053-1D70-4C13C545DFEE}"/>
              </a:ext>
            </a:extLst>
          </p:cNvPr>
          <p:cNvSpPr/>
          <p:nvPr/>
        </p:nvSpPr>
        <p:spPr>
          <a:xfrm rot="5400000" flipH="1">
            <a:off x="14760389" y="4290519"/>
            <a:ext cx="1729812" cy="2019671"/>
          </a:xfrm>
          <a:prstGeom prst="bentArrow">
            <a:avLst>
              <a:gd name="adj1" fmla="val 18316"/>
              <a:gd name="adj2" fmla="val 28038"/>
              <a:gd name="adj3" fmla="val 25000"/>
              <a:gd name="adj4" fmla="val 43750"/>
            </a:avLst>
          </a:prstGeom>
          <a:gradFill>
            <a:gsLst>
              <a:gs pos="0">
                <a:schemeClr val="accent6">
                  <a:lumMod val="20000"/>
                  <a:lumOff val="80000"/>
                </a:scheme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6200000" scaled="1"/>
          </a:gradFill>
          <a:ln w="57150" cap="rnd">
            <a:gradFill flip="none" rotWithShape="1">
              <a:gsLst>
                <a:gs pos="0">
                  <a:schemeClr val="accent6"/>
                </a:gs>
                <a:gs pos="100000">
                  <a:schemeClr val="accent4"/>
                </a:gs>
              </a:gsLst>
              <a:lin ang="16200000" scaled="1"/>
              <a:tileRect/>
            </a:gradFill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21" name="圆角右箭头 20">
            <a:extLst>
              <a:ext uri="{FF2B5EF4-FFF2-40B4-BE49-F238E27FC236}">
                <a16:creationId xmlns:a16="http://schemas.microsoft.com/office/drawing/2014/main" id="{63A600C0-F40F-A95B-40E7-7AE1BA133850}"/>
              </a:ext>
            </a:extLst>
          </p:cNvPr>
          <p:cNvSpPr/>
          <p:nvPr/>
        </p:nvSpPr>
        <p:spPr>
          <a:xfrm rot="5400000">
            <a:off x="14709510" y="936513"/>
            <a:ext cx="1236779" cy="2614465"/>
          </a:xfrm>
          <a:prstGeom prst="bentArrow">
            <a:avLst>
              <a:gd name="adj1" fmla="val 25000"/>
              <a:gd name="adj2" fmla="val 37747"/>
              <a:gd name="adj3" fmla="val 25000"/>
              <a:gd name="adj4" fmla="val 43750"/>
            </a:avLst>
          </a:prstGeom>
          <a:gradFill flip="none" rotWithShape="1">
            <a:gsLst>
              <a:gs pos="0">
                <a:srgbClr val="C00000">
                  <a:alpha val="15000"/>
                </a:srgbClr>
              </a:gs>
              <a:gs pos="100000">
                <a:schemeClr val="accent4">
                  <a:lumMod val="20000"/>
                  <a:lumOff val="80000"/>
                </a:schemeClr>
              </a:gs>
            </a:gsLst>
            <a:lin ang="16200000" scaled="1"/>
            <a:tileRect/>
          </a:gradFill>
          <a:ln w="57150" cap="rnd">
            <a:gradFill flip="none" rotWithShape="1">
              <a:gsLst>
                <a:gs pos="0">
                  <a:srgbClr val="C00000"/>
                </a:gs>
                <a:gs pos="100000">
                  <a:schemeClr val="accent4"/>
                </a:gs>
              </a:gsLst>
              <a:lin ang="16200000" scaled="1"/>
              <a:tileRect/>
            </a:gradFill>
            <a:prstDash val="solid"/>
            <a:round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solidFill>
                <a:schemeClr val="tx1"/>
              </a:solidFill>
            </a:endParaRPr>
          </a:p>
        </p:txBody>
      </p:sp>
      <p:sp>
        <p:nvSpPr>
          <p:cNvPr id="3" name="Left Brace 2">
            <a:extLst>
              <a:ext uri="{FF2B5EF4-FFF2-40B4-BE49-F238E27FC236}">
                <a16:creationId xmlns:a16="http://schemas.microsoft.com/office/drawing/2014/main" id="{E787DC78-31FE-6D25-22AF-B50279A865A2}"/>
              </a:ext>
            </a:extLst>
          </p:cNvPr>
          <p:cNvSpPr/>
          <p:nvPr/>
        </p:nvSpPr>
        <p:spPr>
          <a:xfrm>
            <a:off x="21284985" y="4363908"/>
            <a:ext cx="178988" cy="1366928"/>
          </a:xfrm>
          <a:prstGeom prst="leftBrace">
            <a:avLst>
              <a:gd name="adj1" fmla="val 53085"/>
              <a:gd name="adj2" fmla="val 50000"/>
            </a:avLst>
          </a:prstGeom>
          <a:ln w="38100" cap="rnd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图片 214">
            <a:extLst>
              <a:ext uri="{FF2B5EF4-FFF2-40B4-BE49-F238E27FC236}">
                <a16:creationId xmlns:a16="http://schemas.microsoft.com/office/drawing/2014/main" id="{2A45D24D-2FE6-57DD-33F4-27363247D26C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t="1984" r="58083" b="52922"/>
          <a:stretch/>
        </p:blipFill>
        <p:spPr>
          <a:xfrm>
            <a:off x="21995975" y="4749665"/>
            <a:ext cx="521840" cy="576000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571C4E6C-75D9-709B-2822-E0E19577CB03}"/>
              </a:ext>
            </a:extLst>
          </p:cNvPr>
          <p:cNvSpPr txBox="1"/>
          <p:nvPr/>
        </p:nvSpPr>
        <p:spPr>
          <a:xfrm>
            <a:off x="22100740" y="5214078"/>
            <a:ext cx="6463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>
                <a:solidFill>
                  <a:srgbClr val="7030A0"/>
                </a:solidFill>
                <a:latin typeface="Telugu MN" pitchFamily="2" charset="0"/>
                <a:cs typeface="Telugu MN" pitchFamily="2" charset="0"/>
              </a:rPr>
              <a:t>…</a:t>
            </a:r>
          </a:p>
        </p:txBody>
      </p:sp>
      <p:cxnSp>
        <p:nvCxnSpPr>
          <p:cNvPr id="26" name="直线连接符 163">
            <a:extLst>
              <a:ext uri="{FF2B5EF4-FFF2-40B4-BE49-F238E27FC236}">
                <a16:creationId xmlns:a16="http://schemas.microsoft.com/office/drawing/2014/main" id="{7811778E-8708-EF74-9373-60FE8AD805A5}"/>
              </a:ext>
            </a:extLst>
          </p:cNvPr>
          <p:cNvCxnSpPr>
            <a:cxnSpLocks/>
          </p:cNvCxnSpPr>
          <p:nvPr/>
        </p:nvCxnSpPr>
        <p:spPr>
          <a:xfrm>
            <a:off x="19041555" y="3562663"/>
            <a:ext cx="4406324" cy="0"/>
          </a:xfrm>
          <a:prstGeom prst="line">
            <a:avLst/>
          </a:prstGeom>
          <a:ln w="38100" cap="rnd">
            <a:solidFill>
              <a:srgbClr val="7030A0"/>
            </a:solidFill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文本框 218">
            <a:extLst>
              <a:ext uri="{FF2B5EF4-FFF2-40B4-BE49-F238E27FC236}">
                <a16:creationId xmlns:a16="http://schemas.microsoft.com/office/drawing/2014/main" id="{175BBDBA-4416-867B-BC23-F3EAAF81075D}"/>
              </a:ext>
            </a:extLst>
          </p:cNvPr>
          <p:cNvSpPr txBox="1"/>
          <p:nvPr/>
        </p:nvSpPr>
        <p:spPr>
          <a:xfrm>
            <a:off x="19041555" y="1680215"/>
            <a:ext cx="4406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One2One Loss Function</a:t>
            </a:r>
            <a:endParaRPr kumimoji="1" lang="zh-CN" altLang="en-US" sz="2800" dirty="0">
              <a:latin typeface="Telugu MN" pitchFamily="2" charset="0"/>
              <a:cs typeface="Telugu MN" pitchFamily="2" charset="0"/>
            </a:endParaRPr>
          </a:p>
        </p:txBody>
      </p:sp>
      <p:sp>
        <p:nvSpPr>
          <p:cNvPr id="32" name="文本框 218">
            <a:extLst>
              <a:ext uri="{FF2B5EF4-FFF2-40B4-BE49-F238E27FC236}">
                <a16:creationId xmlns:a16="http://schemas.microsoft.com/office/drawing/2014/main" id="{B174ACD5-1A94-5AF1-99A9-E4890136429A}"/>
              </a:ext>
            </a:extLst>
          </p:cNvPr>
          <p:cNvSpPr txBox="1"/>
          <p:nvPr/>
        </p:nvSpPr>
        <p:spPr>
          <a:xfrm>
            <a:off x="19036694" y="3629188"/>
            <a:ext cx="44063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Telugu MN" pitchFamily="2" charset="0"/>
                <a:cs typeface="Telugu MN" pitchFamily="2" charset="0"/>
              </a:rPr>
              <a:t>One2More Loss Function</a:t>
            </a:r>
            <a:endParaRPr kumimoji="1" lang="zh-CN" altLang="en-US" sz="2800" dirty="0">
              <a:latin typeface="Telugu MN" pitchFamily="2" charset="0"/>
              <a:cs typeface="Telugu MN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081941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图片 54">
            <a:extLst>
              <a:ext uri="{FF2B5EF4-FFF2-40B4-BE49-F238E27FC236}">
                <a16:creationId xmlns:a16="http://schemas.microsoft.com/office/drawing/2014/main" id="{5B545047-3855-F646-9E74-2F236BC69269}"/>
              </a:ext>
            </a:extLst>
          </p:cNvPr>
          <p:cNvPicPr>
            <a:picLocks noChangeAspect="1"/>
          </p:cNvPicPr>
          <p:nvPr/>
        </p:nvPicPr>
        <p:blipFill>
          <a:blip r:embed="rId2">
            <a:grayscl/>
          </a:blip>
          <a:stretch>
            <a:fillRect/>
          </a:stretch>
        </p:blipFill>
        <p:spPr>
          <a:xfrm>
            <a:off x="6988317" y="1453728"/>
            <a:ext cx="349227" cy="34922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2FF7A10E-5FA7-884B-A831-0868C138F55D}"/>
              </a:ext>
            </a:extLst>
          </p:cNvPr>
          <p:cNvSpPr/>
          <p:nvPr/>
        </p:nvSpPr>
        <p:spPr>
          <a:xfrm>
            <a:off x="6868998" y="1334408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FD4D8B0-D16A-6F4A-9460-D235731D699F}"/>
              </a:ext>
            </a:extLst>
          </p:cNvPr>
          <p:cNvSpPr/>
          <p:nvPr/>
        </p:nvSpPr>
        <p:spPr>
          <a:xfrm>
            <a:off x="7542703" y="1334408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3C8BB2E5-E321-C24A-9054-81DD86524264}"/>
              </a:ext>
            </a:extLst>
          </p:cNvPr>
          <p:cNvSpPr/>
          <p:nvPr/>
        </p:nvSpPr>
        <p:spPr>
          <a:xfrm>
            <a:off x="8216408" y="1334408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6C65EF8-8838-344D-AF72-53E971EABAF4}"/>
              </a:ext>
            </a:extLst>
          </p:cNvPr>
          <p:cNvSpPr/>
          <p:nvPr/>
        </p:nvSpPr>
        <p:spPr>
          <a:xfrm>
            <a:off x="9372713" y="1334408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91B10591-ACCE-FF41-8D41-E16BAA063D27}"/>
              </a:ext>
            </a:extLst>
          </p:cNvPr>
          <p:cNvSpPr/>
          <p:nvPr/>
        </p:nvSpPr>
        <p:spPr>
          <a:xfrm>
            <a:off x="6868998" y="2008113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5AC3950-1D4B-B743-B998-37A2B220CB27}"/>
              </a:ext>
            </a:extLst>
          </p:cNvPr>
          <p:cNvSpPr/>
          <p:nvPr/>
        </p:nvSpPr>
        <p:spPr>
          <a:xfrm>
            <a:off x="7542703" y="2008113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B2A86A2F-0D79-DC48-8EB0-4FC0948C148C}"/>
              </a:ext>
            </a:extLst>
          </p:cNvPr>
          <p:cNvSpPr/>
          <p:nvPr/>
        </p:nvSpPr>
        <p:spPr>
          <a:xfrm>
            <a:off x="8216408" y="2008113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C16E8F77-9C88-1C49-AF37-27BFD11AF428}"/>
              </a:ext>
            </a:extLst>
          </p:cNvPr>
          <p:cNvSpPr/>
          <p:nvPr/>
        </p:nvSpPr>
        <p:spPr>
          <a:xfrm>
            <a:off x="9372713" y="2008113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0190CC9-978D-C34F-BB15-40731933008C}"/>
              </a:ext>
            </a:extLst>
          </p:cNvPr>
          <p:cNvSpPr/>
          <p:nvPr/>
        </p:nvSpPr>
        <p:spPr>
          <a:xfrm>
            <a:off x="6868998" y="2681818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2D5C1E15-F70E-944A-A9DB-C19B931DFD4E}"/>
              </a:ext>
            </a:extLst>
          </p:cNvPr>
          <p:cNvSpPr/>
          <p:nvPr/>
        </p:nvSpPr>
        <p:spPr>
          <a:xfrm>
            <a:off x="7542703" y="2681818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081A323-13EA-5240-AFE2-9902BCB3D382}"/>
              </a:ext>
            </a:extLst>
          </p:cNvPr>
          <p:cNvSpPr/>
          <p:nvPr/>
        </p:nvSpPr>
        <p:spPr>
          <a:xfrm>
            <a:off x="8216408" y="2681818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97623C8A-AEAB-7E4E-9AE2-250908BC8070}"/>
              </a:ext>
            </a:extLst>
          </p:cNvPr>
          <p:cNvSpPr/>
          <p:nvPr/>
        </p:nvSpPr>
        <p:spPr>
          <a:xfrm>
            <a:off x="9372713" y="2681818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8190134E-EC24-5E42-B577-EDCD16D6C03C}"/>
              </a:ext>
            </a:extLst>
          </p:cNvPr>
          <p:cNvSpPr/>
          <p:nvPr/>
        </p:nvSpPr>
        <p:spPr>
          <a:xfrm>
            <a:off x="6868998" y="3775227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E71C8A05-818E-A44E-8499-F8DF85FBBBF5}"/>
              </a:ext>
            </a:extLst>
          </p:cNvPr>
          <p:cNvSpPr/>
          <p:nvPr/>
        </p:nvSpPr>
        <p:spPr>
          <a:xfrm>
            <a:off x="7542703" y="3775227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22B34DB4-75DD-7245-BD27-670495C30AD6}"/>
              </a:ext>
            </a:extLst>
          </p:cNvPr>
          <p:cNvSpPr/>
          <p:nvPr/>
        </p:nvSpPr>
        <p:spPr>
          <a:xfrm>
            <a:off x="8216408" y="3775227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466F29DC-779F-F842-A717-E5BA6C3DEF98}"/>
              </a:ext>
            </a:extLst>
          </p:cNvPr>
          <p:cNvSpPr/>
          <p:nvPr/>
        </p:nvSpPr>
        <p:spPr>
          <a:xfrm>
            <a:off x="9372713" y="3775227"/>
            <a:ext cx="587828" cy="587828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A0963B1A-0FDD-DC42-885B-0D810F5886A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84" r="58083" b="52922"/>
          <a:stretch/>
        </p:blipFill>
        <p:spPr>
          <a:xfrm>
            <a:off x="6262577" y="1376322"/>
            <a:ext cx="456610" cy="504000"/>
          </a:xfrm>
          <a:prstGeom prst="rect">
            <a:avLst/>
          </a:prstGeom>
        </p:spPr>
      </p:pic>
      <p:pic>
        <p:nvPicPr>
          <p:cNvPr id="43" name="图片 42">
            <a:extLst>
              <a:ext uri="{FF2B5EF4-FFF2-40B4-BE49-F238E27FC236}">
                <a16:creationId xmlns:a16="http://schemas.microsoft.com/office/drawing/2014/main" id="{CA6FD693-2BC8-CD45-AAC1-B6143378351B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8083" b="52503"/>
          <a:stretch/>
        </p:blipFill>
        <p:spPr>
          <a:xfrm>
            <a:off x="6274127" y="2723732"/>
            <a:ext cx="433510" cy="504000"/>
          </a:xfrm>
          <a:prstGeom prst="rect">
            <a:avLst/>
          </a:prstGeom>
        </p:spPr>
      </p:pic>
      <p:pic>
        <p:nvPicPr>
          <p:cNvPr id="44" name="图片 43">
            <a:extLst>
              <a:ext uri="{FF2B5EF4-FFF2-40B4-BE49-F238E27FC236}">
                <a16:creationId xmlns:a16="http://schemas.microsoft.com/office/drawing/2014/main" id="{311CFFA9-B74F-2342-8A39-7BB4B210D2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2503" r="60164"/>
          <a:stretch/>
        </p:blipFill>
        <p:spPr>
          <a:xfrm>
            <a:off x="6284886" y="2050027"/>
            <a:ext cx="411992" cy="504000"/>
          </a:xfrm>
          <a:prstGeom prst="rect">
            <a:avLst/>
          </a:prstGeom>
        </p:spPr>
      </p:pic>
      <p:pic>
        <p:nvPicPr>
          <p:cNvPr id="45" name="图片 44">
            <a:extLst>
              <a:ext uri="{FF2B5EF4-FFF2-40B4-BE49-F238E27FC236}">
                <a16:creationId xmlns:a16="http://schemas.microsoft.com/office/drawing/2014/main" id="{41EAEA9A-D611-1345-88E1-EAD48D76C76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57202" t="52503"/>
          <a:stretch/>
        </p:blipFill>
        <p:spPr>
          <a:xfrm>
            <a:off x="6269570" y="3817141"/>
            <a:ext cx="442624" cy="504000"/>
          </a:xfrm>
          <a:prstGeom prst="rect">
            <a:avLst/>
          </a:prstGeom>
        </p:spPr>
      </p:pic>
      <p:pic>
        <p:nvPicPr>
          <p:cNvPr id="46" name="图形 45" descr="计算机">
            <a:extLst>
              <a:ext uri="{FF2B5EF4-FFF2-40B4-BE49-F238E27FC236}">
                <a16:creationId xmlns:a16="http://schemas.microsoft.com/office/drawing/2014/main" id="{CA5DAF65-C66B-2944-9618-447B124AA4B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35424" y="-1014988"/>
            <a:ext cx="234375" cy="234555"/>
          </a:xfrm>
          <a:prstGeom prst="rect">
            <a:avLst/>
          </a:prstGeom>
        </p:spPr>
      </p:pic>
      <p:pic>
        <p:nvPicPr>
          <p:cNvPr id="47" name="图形 46" descr="照相机">
            <a:extLst>
              <a:ext uri="{FF2B5EF4-FFF2-40B4-BE49-F238E27FC236}">
                <a16:creationId xmlns:a16="http://schemas.microsoft.com/office/drawing/2014/main" id="{CC3EC42B-52AD-024F-9B0C-2CBC61149AD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929112" y="795511"/>
            <a:ext cx="467639" cy="468000"/>
          </a:xfrm>
          <a:prstGeom prst="rect">
            <a:avLst/>
          </a:prstGeom>
        </p:spPr>
      </p:pic>
      <p:pic>
        <p:nvPicPr>
          <p:cNvPr id="48" name="图形 47" descr="电视机">
            <a:extLst>
              <a:ext uri="{FF2B5EF4-FFF2-40B4-BE49-F238E27FC236}">
                <a16:creationId xmlns:a16="http://schemas.microsoft.com/office/drawing/2014/main" id="{7944580E-6374-194D-A5C8-1B23A347C74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685515" y="-1014988"/>
            <a:ext cx="234375" cy="234555"/>
          </a:xfrm>
          <a:prstGeom prst="rect">
            <a:avLst/>
          </a:prstGeom>
        </p:spPr>
      </p:pic>
      <p:pic>
        <p:nvPicPr>
          <p:cNvPr id="49" name="图形 48" descr="保暖帽">
            <a:extLst>
              <a:ext uri="{FF2B5EF4-FFF2-40B4-BE49-F238E27FC236}">
                <a16:creationId xmlns:a16="http://schemas.microsoft.com/office/drawing/2014/main" id="{B235DBAA-2AF5-9348-9140-0D9735B9A1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276522" y="795511"/>
            <a:ext cx="467639" cy="468000"/>
          </a:xfrm>
          <a:prstGeom prst="rect">
            <a:avLst/>
          </a:prstGeom>
        </p:spPr>
      </p:pic>
      <p:pic>
        <p:nvPicPr>
          <p:cNvPr id="50" name="图形 49" descr="录制">
            <a:extLst>
              <a:ext uri="{FF2B5EF4-FFF2-40B4-BE49-F238E27FC236}">
                <a16:creationId xmlns:a16="http://schemas.microsoft.com/office/drawing/2014/main" id="{F171F615-1D2F-584F-A2D1-97809535826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960561" y="-1014988"/>
            <a:ext cx="234375" cy="234555"/>
          </a:xfrm>
          <a:prstGeom prst="rect">
            <a:avLst/>
          </a:prstGeom>
        </p:spPr>
      </p:pic>
      <p:pic>
        <p:nvPicPr>
          <p:cNvPr id="51" name="图形 50" descr="手表">
            <a:extLst>
              <a:ext uri="{FF2B5EF4-FFF2-40B4-BE49-F238E27FC236}">
                <a16:creationId xmlns:a16="http://schemas.microsoft.com/office/drawing/2014/main" id="{FC7CFFD2-F24A-5949-8F0E-73AE6E2340A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35606" y="-1014988"/>
            <a:ext cx="234375" cy="234555"/>
          </a:xfrm>
          <a:prstGeom prst="rect">
            <a:avLst/>
          </a:prstGeom>
        </p:spPr>
      </p:pic>
      <p:pic>
        <p:nvPicPr>
          <p:cNvPr id="52" name="图形 51" descr="剪刀">
            <a:extLst>
              <a:ext uri="{FF2B5EF4-FFF2-40B4-BE49-F238E27FC236}">
                <a16:creationId xmlns:a16="http://schemas.microsoft.com/office/drawing/2014/main" id="{DF6C9359-FBAC-AB42-8E3B-DE986F92F618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9432827" y="808864"/>
            <a:ext cx="467639" cy="468000"/>
          </a:xfrm>
          <a:prstGeom prst="rect">
            <a:avLst/>
          </a:prstGeom>
        </p:spPr>
      </p:pic>
      <p:pic>
        <p:nvPicPr>
          <p:cNvPr id="53" name="图形 52" descr="眼镜">
            <a:extLst>
              <a:ext uri="{FF2B5EF4-FFF2-40B4-BE49-F238E27FC236}">
                <a16:creationId xmlns:a16="http://schemas.microsoft.com/office/drawing/2014/main" id="{DAB7D1A3-8858-0E48-B2C9-8B77690B27F8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7602817" y="795511"/>
            <a:ext cx="467639" cy="468000"/>
          </a:xfrm>
          <a:prstGeom prst="rect">
            <a:avLst/>
          </a:prstGeom>
        </p:spPr>
      </p:pic>
      <p:pic>
        <p:nvPicPr>
          <p:cNvPr id="1026" name="Picture 2">
            <a:extLst>
              <a:ext uri="{FF2B5EF4-FFF2-40B4-BE49-F238E27FC236}">
                <a16:creationId xmlns:a16="http://schemas.microsoft.com/office/drawing/2014/main" id="{18BCE338-5271-BE4C-AE55-44F1F8936BC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3906" y="3425972"/>
            <a:ext cx="1284326" cy="1482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780536A0-F379-B043-8A34-9632B3D4F1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989710" y="2438908"/>
            <a:ext cx="2011623" cy="2470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47FA7D6D-E036-6D48-94CC-91C45FE727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40371" y="5553836"/>
            <a:ext cx="1270000" cy="127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1AC361EB-471A-EC48-BE41-D8E548C3E4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02648" y="716806"/>
            <a:ext cx="1905000" cy="190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A9FE162C-8975-BA46-8FEB-CC5F9CDAF1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33906" y="5109466"/>
            <a:ext cx="12065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>
            <a:extLst>
              <a:ext uri="{FF2B5EF4-FFF2-40B4-BE49-F238E27FC236}">
                <a16:creationId xmlns:a16="http://schemas.microsoft.com/office/drawing/2014/main" id="{2A67E6C8-AFE5-5D48-B70B-DBE5E35A3B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0930" y="4363055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6" name="Picture 22">
            <a:extLst>
              <a:ext uri="{FF2B5EF4-FFF2-40B4-BE49-F238E27FC236}">
                <a16:creationId xmlns:a16="http://schemas.microsoft.com/office/drawing/2014/main" id="{D27F2966-0943-3548-8D42-CC29127237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43952" y="5109466"/>
            <a:ext cx="1612900" cy="1612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8" name="Picture 24">
            <a:extLst>
              <a:ext uri="{FF2B5EF4-FFF2-40B4-BE49-F238E27FC236}">
                <a16:creationId xmlns:a16="http://schemas.microsoft.com/office/drawing/2014/main" id="{A5BC01AC-A973-974C-8C9D-7F3E56EEBD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43781" y="5559954"/>
            <a:ext cx="1067210" cy="13458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0" name="Picture 26">
            <a:extLst>
              <a:ext uri="{FF2B5EF4-FFF2-40B4-BE49-F238E27FC236}">
                <a16:creationId xmlns:a16="http://schemas.microsoft.com/office/drawing/2014/main" id="{A8EA96BE-11F8-0F4D-858B-0CB7CCBBE5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69902" y="563522"/>
            <a:ext cx="1625600" cy="1625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2" name="Picture 28">
            <a:extLst>
              <a:ext uri="{FF2B5EF4-FFF2-40B4-BE49-F238E27FC236}">
                <a16:creationId xmlns:a16="http://schemas.microsoft.com/office/drawing/2014/main" id="{B5DDA0EB-B9CE-2943-B007-34DFA85BEA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080220" y="2723752"/>
            <a:ext cx="1480155" cy="1480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6" name="Picture 32">
            <a:extLst>
              <a:ext uri="{FF2B5EF4-FFF2-40B4-BE49-F238E27FC236}">
                <a16:creationId xmlns:a16="http://schemas.microsoft.com/office/drawing/2014/main" id="{BA66D226-A562-7843-B7FF-4BA697F188D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766155" y="1060432"/>
            <a:ext cx="863600" cy="863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8" name="Picture 34">
            <a:extLst>
              <a:ext uri="{FF2B5EF4-FFF2-40B4-BE49-F238E27FC236}">
                <a16:creationId xmlns:a16="http://schemas.microsoft.com/office/drawing/2014/main" id="{9F419FE3-841D-E944-BFDE-130A1D9E70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52070" y="2621806"/>
            <a:ext cx="1206500" cy="1206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686715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​​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601</TotalTime>
  <Words>346</Words>
  <Application>Microsoft Macintosh PowerPoint</Application>
  <PresentationFormat>Custom</PresentationFormat>
  <Paragraphs>219</Paragraphs>
  <Slides>5</Slides>
  <Notes>3</Notes>
  <HiddenSlides>4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等线</vt:lpstr>
      <vt:lpstr>Arial</vt:lpstr>
      <vt:lpstr>Calibri</vt:lpstr>
      <vt:lpstr>Calibri Light</vt:lpstr>
      <vt:lpstr>Cambria Math</vt:lpstr>
      <vt:lpstr>Telugu MN</vt:lpstr>
      <vt:lpstr>Office 主题​​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马 浩凯</dc:creator>
  <cp:lastModifiedBy>Haokai</cp:lastModifiedBy>
  <cp:revision>23</cp:revision>
  <dcterms:created xsi:type="dcterms:W3CDTF">2023-11-30T03:48:00Z</dcterms:created>
  <dcterms:modified xsi:type="dcterms:W3CDTF">2025-03-21T09:33:46Z</dcterms:modified>
</cp:coreProperties>
</file>